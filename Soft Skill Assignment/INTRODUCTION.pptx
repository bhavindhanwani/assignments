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94" r:id="rId1"/>
  </p:sldMasterIdLst>
  <p:sldIdLst>
    <p:sldId id="256" r:id="rId2"/>
    <p:sldId id="261" r:id="rId3"/>
    <p:sldId id="258" r:id="rId4"/>
    <p:sldId id="263" r:id="rId5"/>
    <p:sldId id="257" r:id="rId6"/>
    <p:sldId id="259" r:id="rId7"/>
    <p:sldId id="260" r:id="rId8"/>
    <p:sldId id="262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5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29-Oct-23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37102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29-Oct-23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16951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29-Oct-23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0815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29-Oct-23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6198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29-Oct-23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1005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29-Oct-23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5996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29-Oct-23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66229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29-Oct-23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223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29-Oct-23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2413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29-Oct-23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5048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29-Oct-23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874137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29-Oct-23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3259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29-Oct-23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7809606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29-Oct-23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34912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29-Oct-23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79866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29-Oct-23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82699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29-Oct-23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0442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  <p:sldLayoutId id="2147483796" r:id="rId2"/>
    <p:sldLayoutId id="2147483797" r:id="rId3"/>
    <p:sldLayoutId id="2147483798" r:id="rId4"/>
    <p:sldLayoutId id="2147483799" r:id="rId5"/>
    <p:sldLayoutId id="2147483800" r:id="rId6"/>
    <p:sldLayoutId id="2147483801" r:id="rId7"/>
    <p:sldLayoutId id="2147483802" r:id="rId8"/>
    <p:sldLayoutId id="2147483803" r:id="rId9"/>
    <p:sldLayoutId id="2147483804" r:id="rId10"/>
    <p:sldLayoutId id="2147483805" r:id="rId11"/>
    <p:sldLayoutId id="2147483806" r:id="rId12"/>
    <p:sldLayoutId id="2147483807" r:id="rId13"/>
    <p:sldLayoutId id="2147483808" r:id="rId14"/>
    <p:sldLayoutId id="2147483809" r:id="rId15"/>
    <p:sldLayoutId id="2147483810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600" dirty="0" smtClean="0"/>
              <a:t>INTRODUCTION</a:t>
            </a:r>
            <a:endParaRPr lang="en-US" sz="66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3200" dirty="0" smtClean="0">
                <a:solidFill>
                  <a:schemeClr val="tx1"/>
                </a:solidFill>
              </a:rPr>
              <a:t>ABOUT MYSELF</a:t>
            </a:r>
            <a:endParaRPr lang="en-US" sz="3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16938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Index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Introduction</a:t>
            </a:r>
          </a:p>
          <a:p>
            <a:r>
              <a:rPr lang="en-US" dirty="0" smtClean="0"/>
              <a:t>Education</a:t>
            </a:r>
          </a:p>
          <a:p>
            <a:r>
              <a:rPr lang="en-US" dirty="0" smtClean="0"/>
              <a:t>Technical Knowledge &amp; Skills</a:t>
            </a:r>
          </a:p>
          <a:p>
            <a:r>
              <a:rPr lang="en-US" dirty="0" smtClean="0"/>
              <a:t>Strength &amp; Hobbies</a:t>
            </a:r>
          </a:p>
          <a:p>
            <a:endParaRPr lang="en-US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44920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Name: Bhavin Dhanwani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 smtClean="0"/>
              <a:t>I was Born &amp; Brought Up in Veraval, Gujarat.</a:t>
            </a:r>
          </a:p>
          <a:p>
            <a:r>
              <a:rPr lang="en-US" sz="2400" dirty="0" smtClean="0"/>
              <a:t>I have recently completed my B.C.A in May 2023 from B.K.N.M.U, Junagadh.</a:t>
            </a:r>
          </a:p>
          <a:p>
            <a:r>
              <a:rPr lang="en-US" sz="2400" dirty="0" smtClean="0"/>
              <a:t>Currently I am pursuing Python Certificate Course at Tops Technology, Ahmedabad.</a:t>
            </a:r>
          </a:p>
          <a:p>
            <a:r>
              <a:rPr lang="en-US" sz="2400" dirty="0" smtClean="0"/>
              <a:t>Basically I am from Veraval and currently I am staying in Ahmedabad.</a:t>
            </a:r>
          </a:p>
        </p:txBody>
      </p:sp>
    </p:spTree>
    <p:extLst>
      <p:ext uri="{BB962C8B-B14F-4D97-AF65-F5344CB8AC3E}">
        <p14:creationId xmlns:p14="http://schemas.microsoft.com/office/powerpoint/2010/main" val="7155669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Likes &amp; Dislikes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I like to spend my time with my family and friends.</a:t>
            </a:r>
          </a:p>
          <a:p>
            <a:r>
              <a:rPr lang="en-US" dirty="0" smtClean="0"/>
              <a:t>I like to listen music and watch podcasts.</a:t>
            </a:r>
          </a:p>
          <a:p>
            <a:r>
              <a:rPr lang="en-US" dirty="0" smtClean="0"/>
              <a:t>I like to watch movies and web series.</a:t>
            </a:r>
          </a:p>
          <a:p>
            <a:r>
              <a:rPr lang="en-US" dirty="0" smtClean="0"/>
              <a:t>I like long drives with good music.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4517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506570"/>
            <a:ext cx="8443151" cy="1077532"/>
          </a:xfrm>
        </p:spPr>
        <p:txBody>
          <a:bodyPr>
            <a:normAutofit/>
          </a:bodyPr>
          <a:lstStyle/>
          <a:p>
            <a:r>
              <a:rPr lang="en-US" sz="4400" dirty="0" smtClean="0"/>
              <a:t>Education</a:t>
            </a:r>
            <a:endParaRPr lang="en-US" sz="4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 smtClean="0">
                <a:solidFill>
                  <a:schemeClr val="tx1"/>
                </a:solidFill>
              </a:rPr>
              <a:t>S.S.C		MARCH – 2018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    </a:t>
            </a:r>
            <a:r>
              <a:rPr lang="en-US" sz="2000" dirty="0" smtClean="0">
                <a:solidFill>
                  <a:schemeClr val="tx1"/>
                </a:solidFill>
              </a:rPr>
              <a:t> (</a:t>
            </a:r>
            <a:r>
              <a:rPr lang="en-US" sz="2000" dirty="0">
                <a:solidFill>
                  <a:schemeClr val="tx1"/>
                </a:solidFill>
              </a:rPr>
              <a:t>G.S.E.B, Veraval)</a:t>
            </a:r>
          </a:p>
          <a:p>
            <a:r>
              <a:rPr lang="en-US" sz="3200" dirty="0" smtClean="0">
                <a:solidFill>
                  <a:schemeClr val="tx1"/>
                </a:solidFill>
              </a:rPr>
              <a:t>H.S.C		MARCH – 2020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  </a:t>
            </a:r>
            <a:r>
              <a:rPr lang="en-US" sz="2000" dirty="0" smtClean="0">
                <a:solidFill>
                  <a:schemeClr val="tx1"/>
                </a:solidFill>
              </a:rPr>
              <a:t>   (</a:t>
            </a:r>
            <a:r>
              <a:rPr lang="en-US" sz="2000" dirty="0">
                <a:solidFill>
                  <a:schemeClr val="tx1"/>
                </a:solidFill>
              </a:rPr>
              <a:t>G.H.S.E.B, Veraval)</a:t>
            </a:r>
          </a:p>
          <a:p>
            <a:r>
              <a:rPr lang="en-US" sz="3200" dirty="0" smtClean="0">
                <a:solidFill>
                  <a:schemeClr val="tx1"/>
                </a:solidFill>
              </a:rPr>
              <a:t>B.C.A		MAY – 2023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   </a:t>
            </a:r>
            <a:r>
              <a:rPr lang="en-US" sz="2000" dirty="0" smtClean="0">
                <a:solidFill>
                  <a:schemeClr val="tx1"/>
                </a:solidFill>
              </a:rPr>
              <a:t>  (</a:t>
            </a:r>
            <a:r>
              <a:rPr lang="en-US" sz="2000" dirty="0">
                <a:solidFill>
                  <a:schemeClr val="tx1"/>
                </a:solidFill>
              </a:rPr>
              <a:t>B.K.N.M.U, Junagadh)</a:t>
            </a:r>
          </a:p>
        </p:txBody>
      </p:sp>
    </p:spTree>
    <p:extLst>
      <p:ext uri="{BB962C8B-B14F-4D97-AF65-F5344CB8AC3E}">
        <p14:creationId xmlns:p14="http://schemas.microsoft.com/office/powerpoint/2010/main" val="42431601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Technical Knowledge &amp; Skills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 smtClean="0"/>
              <a:t>Having knowledge of Python, HTML, CSS.</a:t>
            </a:r>
          </a:p>
          <a:p>
            <a:r>
              <a:rPr lang="en-US" sz="2400" dirty="0" smtClean="0"/>
              <a:t>Completed HTML, CCC &amp; Tally ERP 9 course with Certificate.</a:t>
            </a:r>
          </a:p>
          <a:p>
            <a:r>
              <a:rPr lang="en-US" sz="2400" dirty="0" smtClean="0"/>
              <a:t>Having basic knowledge of Microsoft Word, Excel, PowerPoint.</a:t>
            </a:r>
          </a:p>
          <a:p>
            <a:r>
              <a:rPr lang="en-US" sz="2400" dirty="0" smtClean="0"/>
              <a:t>Python Certificate Course (Pursuing).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263899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Strength &amp; Hobbies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Having good </a:t>
            </a:r>
            <a:r>
              <a:rPr lang="en-US" dirty="0"/>
              <a:t>C</a:t>
            </a:r>
            <a:r>
              <a:rPr lang="en-US" dirty="0" smtClean="0"/>
              <a:t>ommunication Skill &amp; Grasping Power.</a:t>
            </a:r>
          </a:p>
          <a:p>
            <a:r>
              <a:rPr lang="en-US" dirty="0" smtClean="0"/>
              <a:t>Dynamic Personality.</a:t>
            </a:r>
          </a:p>
          <a:p>
            <a:r>
              <a:rPr lang="en-US" dirty="0" smtClean="0"/>
              <a:t>Automobile, Traveling, Cooking, Photography, Drawing.</a:t>
            </a:r>
          </a:p>
          <a:p>
            <a:r>
              <a:rPr lang="en-US" dirty="0" smtClean="0"/>
              <a:t>Listening Music &amp; Podcasts.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43394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Thank you.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8285972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168</TotalTime>
  <Words>185</Words>
  <Application>Microsoft Office PowerPoint</Application>
  <PresentationFormat>Widescreen</PresentationFormat>
  <Paragraphs>36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Century Gothic</vt:lpstr>
      <vt:lpstr>Wingdings 3</vt:lpstr>
      <vt:lpstr>Wisp</vt:lpstr>
      <vt:lpstr>INTRODUCTION</vt:lpstr>
      <vt:lpstr>Index</vt:lpstr>
      <vt:lpstr>Name: Bhavin Dhanwani</vt:lpstr>
      <vt:lpstr>Likes &amp; Dislikes</vt:lpstr>
      <vt:lpstr>Education</vt:lpstr>
      <vt:lpstr>Technical Knowledge &amp; Skills </vt:lpstr>
      <vt:lpstr>Strength &amp; Hobbies</vt:lpstr>
      <vt:lpstr>Thank you.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</dc:title>
  <dc:creator>lenovo</dc:creator>
  <cp:lastModifiedBy>lenovo</cp:lastModifiedBy>
  <cp:revision>16</cp:revision>
  <dcterms:created xsi:type="dcterms:W3CDTF">2023-10-16T07:18:02Z</dcterms:created>
  <dcterms:modified xsi:type="dcterms:W3CDTF">2023-10-29T10:45:53Z</dcterms:modified>
</cp:coreProperties>
</file>