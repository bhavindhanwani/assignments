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6" r:id="rId1"/>
  </p:sldMasterIdLst>
  <p:sldIdLst>
    <p:sldId id="256" r:id="rId2"/>
    <p:sldId id="261" r:id="rId3"/>
    <p:sldId id="258" r:id="rId4"/>
    <p:sldId id="257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20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34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03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19-Oct-23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19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49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64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51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19-Oct-23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75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83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6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63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997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679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695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173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82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455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19-Oct-23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dirty="0" smtClean="0"/>
              <a:t>INTRODUCTION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ABOUT MYSELF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69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Education</a:t>
            </a:r>
          </a:p>
          <a:p>
            <a:r>
              <a:rPr lang="en-US" dirty="0" smtClean="0"/>
              <a:t>Technical Knowledge &amp; Skills</a:t>
            </a:r>
          </a:p>
          <a:p>
            <a:r>
              <a:rPr lang="en-US" dirty="0" smtClean="0"/>
              <a:t>Strength &amp; Hobbies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492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Name: Bhavin Dhanwani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 was Born &amp; Brought Up in Veraval, Gujarat.</a:t>
            </a:r>
          </a:p>
          <a:p>
            <a:r>
              <a:rPr lang="en-US" sz="2400" dirty="0" smtClean="0"/>
              <a:t>I have recently completed my B.C.A in May 2023 from B.K.N.M.U, Junagadh.</a:t>
            </a:r>
          </a:p>
          <a:p>
            <a:r>
              <a:rPr lang="en-US" sz="2400" dirty="0" smtClean="0"/>
              <a:t>Currently I am pursuing Python Certificate Course at Tops Technology, Ahmedabad.</a:t>
            </a:r>
          </a:p>
          <a:p>
            <a:r>
              <a:rPr lang="en-US" sz="2400" dirty="0" smtClean="0"/>
              <a:t>Basically I am from Veraval and currently I am staying in Ahmedabad.</a:t>
            </a:r>
          </a:p>
        </p:txBody>
      </p:sp>
    </p:spTree>
    <p:extLst>
      <p:ext uri="{BB962C8B-B14F-4D97-AF65-F5344CB8AC3E}">
        <p14:creationId xmlns:p14="http://schemas.microsoft.com/office/powerpoint/2010/main" val="71556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44451"/>
            <a:ext cx="9601196" cy="1077532"/>
          </a:xfrm>
        </p:spPr>
        <p:txBody>
          <a:bodyPr>
            <a:normAutofit/>
          </a:bodyPr>
          <a:lstStyle/>
          <a:p>
            <a:r>
              <a:rPr lang="en-US" sz="4400" dirty="0" smtClean="0"/>
              <a:t>Education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S.S.C		MARCH – 2018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smtClean="0">
                <a:solidFill>
                  <a:schemeClr val="tx1"/>
                </a:solidFill>
              </a:rPr>
              <a:t> (</a:t>
            </a:r>
            <a:r>
              <a:rPr lang="en-US" sz="2000" dirty="0">
                <a:solidFill>
                  <a:schemeClr val="tx1"/>
                </a:solidFill>
              </a:rPr>
              <a:t>G.S.E.B, Veraval)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H.S.C		MARCH – 2020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 smtClean="0">
                <a:solidFill>
                  <a:schemeClr val="tx1"/>
                </a:solidFill>
              </a:rPr>
              <a:t>   (</a:t>
            </a:r>
            <a:r>
              <a:rPr lang="en-US" sz="2000" dirty="0">
                <a:solidFill>
                  <a:schemeClr val="tx1"/>
                </a:solidFill>
              </a:rPr>
              <a:t>G.H.S.E.B, Veraval)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B.C.A		MAY – 2023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</a:t>
            </a:r>
            <a:r>
              <a:rPr lang="en-US" sz="2000" dirty="0" smtClean="0">
                <a:solidFill>
                  <a:schemeClr val="tx1"/>
                </a:solidFill>
              </a:rPr>
              <a:t>  (</a:t>
            </a:r>
            <a:r>
              <a:rPr lang="en-US" sz="2000" dirty="0">
                <a:solidFill>
                  <a:schemeClr val="tx1"/>
                </a:solidFill>
              </a:rPr>
              <a:t>B.K.N.M.U, Junagadh)</a:t>
            </a:r>
          </a:p>
        </p:txBody>
      </p:sp>
    </p:spTree>
    <p:extLst>
      <p:ext uri="{BB962C8B-B14F-4D97-AF65-F5344CB8AC3E}">
        <p14:creationId xmlns:p14="http://schemas.microsoft.com/office/powerpoint/2010/main" val="424316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Knowledge &amp; Skills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Having knowledge of Python, HTML, CSS.</a:t>
            </a:r>
          </a:p>
          <a:p>
            <a:r>
              <a:rPr lang="en-US" sz="2400" dirty="0" smtClean="0"/>
              <a:t>Completed HTML, CCC &amp; Tally ERP 9 course with Certificate.</a:t>
            </a:r>
          </a:p>
          <a:p>
            <a:r>
              <a:rPr lang="en-US" sz="2400" dirty="0" smtClean="0"/>
              <a:t>Having basic knowledge of Microsoft Word, Excel, PowerPoint.</a:t>
            </a:r>
          </a:p>
          <a:p>
            <a:r>
              <a:rPr lang="en-US" sz="2400" dirty="0" smtClean="0"/>
              <a:t>Python Certificate Course (Pursuing).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2638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Strength &amp; Hobbies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Having good </a:t>
            </a:r>
            <a:r>
              <a:rPr lang="en-US" dirty="0"/>
              <a:t>C</a:t>
            </a:r>
            <a:r>
              <a:rPr lang="en-US" dirty="0" smtClean="0"/>
              <a:t>ommunication Skill &amp; Grasping Power.</a:t>
            </a:r>
          </a:p>
          <a:p>
            <a:r>
              <a:rPr lang="en-US" dirty="0" smtClean="0"/>
              <a:t>Dynamic Personality.</a:t>
            </a:r>
          </a:p>
          <a:p>
            <a:r>
              <a:rPr lang="en-US" dirty="0" smtClean="0"/>
              <a:t>Automobile, Traveling, Cooking, Photography, Drawing.</a:t>
            </a:r>
          </a:p>
          <a:p>
            <a:r>
              <a:rPr lang="en-US" dirty="0" smtClean="0"/>
              <a:t>Listening Music &amp; Podcasts.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33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2859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159</TotalTime>
  <Words>144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INTRODUCTION</vt:lpstr>
      <vt:lpstr>Index</vt:lpstr>
      <vt:lpstr>Name: Bhavin Dhanwani</vt:lpstr>
      <vt:lpstr>Education</vt:lpstr>
      <vt:lpstr>Technical Knowledge &amp; Skills </vt:lpstr>
      <vt:lpstr>Strength &amp; Hobbies</vt:lpstr>
      <vt:lpstr>Thank you.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lenovo</dc:creator>
  <cp:lastModifiedBy>lenovo</cp:lastModifiedBy>
  <cp:revision>11</cp:revision>
  <dcterms:created xsi:type="dcterms:W3CDTF">2023-10-16T07:18:02Z</dcterms:created>
  <dcterms:modified xsi:type="dcterms:W3CDTF">2023-10-19T07:22:20Z</dcterms:modified>
</cp:coreProperties>
</file>