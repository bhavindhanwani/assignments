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1"/>
  </p:notesMasterIdLst>
  <p:sldIdLst>
    <p:sldId id="256" r:id="rId2"/>
    <p:sldId id="258" r:id="rId3"/>
    <p:sldId id="257" r:id="rId4"/>
    <p:sldId id="259" r:id="rId5"/>
    <p:sldId id="282" r:id="rId6"/>
    <p:sldId id="262" r:id="rId7"/>
    <p:sldId id="284" r:id="rId8"/>
    <p:sldId id="285" r:id="rId9"/>
    <p:sldId id="281" r:id="rId10"/>
  </p:sldIdLst>
  <p:sldSz cx="9144000" cy="5143500" type="screen16x9"/>
  <p:notesSz cx="6858000" cy="9144000"/>
  <p:embeddedFontLst>
    <p:embeddedFont>
      <p:font typeface="Overpass Mono" panose="020B0604020202020204" charset="0"/>
      <p:regular r:id="rId12"/>
      <p:bold r:id="rId13"/>
    </p:embeddedFont>
    <p:embeddedFont>
      <p:font typeface="Anaheim" panose="020B0604020202020204" charset="0"/>
      <p:regular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58AD34F-87F4-4D74-B928-8D274FDE0F7A}">
  <a:tblStyle styleId="{D58AD34F-87F4-4D74-B928-8D274FDE0F7A}"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80F977B-F803-4962-9A91-C60508E1FB5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035899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79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8b872573b1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8b872573b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4323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8b3994a781_0_25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8b3994a781_0_25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6648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b9fd0675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8b9fd0675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96073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8b3994a781_0_25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7" name="Google Shape;917;g8b3994a781_0_25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5492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460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9408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8d4cbd36da_4_31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8d4cbd36da_4_31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859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362284" y="1723643"/>
            <a:ext cx="1781706" cy="3419867"/>
            <a:chOff x="7397009" y="1731193"/>
            <a:chExt cx="1781706" cy="3419867"/>
          </a:xfrm>
        </p:grpSpPr>
        <p:sp>
          <p:nvSpPr>
            <p:cNvPr id="10" name="Google Shape;10;p2"/>
            <p:cNvSpPr/>
            <p:nvPr/>
          </p:nvSpPr>
          <p:spPr>
            <a:xfrm>
              <a:off x="7858529" y="1731193"/>
              <a:ext cx="1320185" cy="132176"/>
            </a:xfrm>
            <a:custGeom>
              <a:avLst/>
              <a:gdLst/>
              <a:ahLst/>
              <a:cxnLst/>
              <a:rect l="l" t="t" r="r" b="b"/>
              <a:pathLst>
                <a:path w="19277" h="1930" extrusionOk="0">
                  <a:moveTo>
                    <a:pt x="1" y="1"/>
                  </a:moveTo>
                  <a:lnTo>
                    <a:pt x="1" y="1930"/>
                  </a:lnTo>
                  <a:lnTo>
                    <a:pt x="19277" y="1930"/>
                  </a:lnTo>
                  <a:lnTo>
                    <a:pt x="1927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784360" y="1950550"/>
              <a:ext cx="865993" cy="132176"/>
            </a:xfrm>
            <a:custGeom>
              <a:avLst/>
              <a:gdLst/>
              <a:ahLst/>
              <a:cxnLst/>
              <a:rect l="l" t="t" r="r" b="b"/>
              <a:pathLst>
                <a:path w="12645" h="1930" extrusionOk="0">
                  <a:moveTo>
                    <a:pt x="0" y="1"/>
                  </a:moveTo>
                  <a:lnTo>
                    <a:pt x="0" y="1929"/>
                  </a:lnTo>
                  <a:lnTo>
                    <a:pt x="12645" y="1929"/>
                  </a:lnTo>
                  <a:lnTo>
                    <a:pt x="1264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855808" y="1950550"/>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45651" y="2169086"/>
              <a:ext cx="733063" cy="132998"/>
            </a:xfrm>
            <a:custGeom>
              <a:avLst/>
              <a:gdLst/>
              <a:ahLst/>
              <a:cxnLst/>
              <a:rect l="l" t="t" r="r" b="b"/>
              <a:pathLst>
                <a:path w="10704" h="1942" extrusionOk="0">
                  <a:moveTo>
                    <a:pt x="0" y="0"/>
                  </a:moveTo>
                  <a:lnTo>
                    <a:pt x="0" y="1941"/>
                  </a:lnTo>
                  <a:lnTo>
                    <a:pt x="10704" y="1941"/>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38356" y="2388443"/>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90637" y="2388443"/>
              <a:ext cx="597737" cy="132929"/>
            </a:xfrm>
            <a:custGeom>
              <a:avLst/>
              <a:gdLst/>
              <a:ahLst/>
              <a:cxnLst/>
              <a:rect l="l" t="t" r="r" b="b"/>
              <a:pathLst>
                <a:path w="8728" h="1941" extrusionOk="0">
                  <a:moveTo>
                    <a:pt x="1" y="0"/>
                  </a:moveTo>
                  <a:lnTo>
                    <a:pt x="1" y="1941"/>
                  </a:lnTo>
                  <a:lnTo>
                    <a:pt x="8728" y="1941"/>
                  </a:lnTo>
                  <a:lnTo>
                    <a:pt x="8728"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83208" y="2607801"/>
              <a:ext cx="1495507" cy="132108"/>
            </a:xfrm>
            <a:custGeom>
              <a:avLst/>
              <a:gdLst/>
              <a:ahLst/>
              <a:cxnLst/>
              <a:rect l="l" t="t" r="r" b="b"/>
              <a:pathLst>
                <a:path w="21837" h="1929"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98888" y="2827090"/>
              <a:ext cx="879827" cy="132176"/>
            </a:xfrm>
            <a:custGeom>
              <a:avLst/>
              <a:gdLst/>
              <a:ahLst/>
              <a:cxnLst/>
              <a:rect l="l" t="t" r="r" b="b"/>
              <a:pathLst>
                <a:path w="12847" h="1930" extrusionOk="0">
                  <a:moveTo>
                    <a:pt x="0" y="1"/>
                  </a:moveTo>
                  <a:lnTo>
                    <a:pt x="0" y="1930"/>
                  </a:lnTo>
                  <a:lnTo>
                    <a:pt x="12847" y="1930"/>
                  </a:lnTo>
                  <a:lnTo>
                    <a:pt x="128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855808" y="3046447"/>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784360" y="2169086"/>
              <a:ext cx="499050" cy="132998"/>
            </a:xfrm>
            <a:custGeom>
              <a:avLst/>
              <a:gdLst/>
              <a:ahLst/>
              <a:cxnLst/>
              <a:rect l="l" t="t" r="r" b="b"/>
              <a:pathLst>
                <a:path w="7287" h="1942" extrusionOk="0">
                  <a:moveTo>
                    <a:pt x="0" y="0"/>
                  </a:moveTo>
                  <a:lnTo>
                    <a:pt x="0" y="1941"/>
                  </a:lnTo>
                  <a:lnTo>
                    <a:pt x="7287" y="1941"/>
                  </a:lnTo>
                  <a:lnTo>
                    <a:pt x="72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20017" y="4142344"/>
              <a:ext cx="322975" cy="132176"/>
            </a:xfrm>
            <a:custGeom>
              <a:avLst/>
              <a:gdLst/>
              <a:ahLst/>
              <a:cxnLst/>
              <a:rect l="l" t="t" r="r" b="b"/>
              <a:pathLst>
                <a:path w="4716"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521789" y="4142344"/>
              <a:ext cx="322153" cy="132176"/>
            </a:xfrm>
            <a:custGeom>
              <a:avLst/>
              <a:gdLst/>
              <a:ahLst/>
              <a:cxnLst/>
              <a:rect l="l" t="t" r="r" b="b"/>
              <a:pathLst>
                <a:path w="4704" h="1930" extrusionOk="0">
                  <a:moveTo>
                    <a:pt x="0" y="1"/>
                  </a:moveTo>
                  <a:lnTo>
                    <a:pt x="0" y="1929"/>
                  </a:lnTo>
                  <a:lnTo>
                    <a:pt x="4703" y="1929"/>
                  </a:lnTo>
                  <a:lnTo>
                    <a:pt x="47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152056" y="3264983"/>
              <a:ext cx="1026659" cy="132998"/>
            </a:xfrm>
            <a:custGeom>
              <a:avLst/>
              <a:gdLst/>
              <a:ahLst/>
              <a:cxnLst/>
              <a:rect l="l" t="t" r="r" b="b"/>
              <a:pathLst>
                <a:path w="14991" h="1942" extrusionOk="0">
                  <a:moveTo>
                    <a:pt x="1" y="0"/>
                  </a:moveTo>
                  <a:lnTo>
                    <a:pt x="1" y="1941"/>
                  </a:lnTo>
                  <a:lnTo>
                    <a:pt x="14991" y="1941"/>
                  </a:lnTo>
                  <a:lnTo>
                    <a:pt x="1499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784360" y="3484340"/>
              <a:ext cx="807301" cy="132929"/>
            </a:xfrm>
            <a:custGeom>
              <a:avLst/>
              <a:gdLst/>
              <a:ahLst/>
              <a:cxnLst/>
              <a:rect l="l" t="t" r="r" b="b"/>
              <a:pathLst>
                <a:path w="11788" h="1941" extrusionOk="0">
                  <a:moveTo>
                    <a:pt x="0" y="0"/>
                  </a:moveTo>
                  <a:lnTo>
                    <a:pt x="0" y="1941"/>
                  </a:lnTo>
                  <a:lnTo>
                    <a:pt x="11787" y="1941"/>
                  </a:lnTo>
                  <a:lnTo>
                    <a:pt x="117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38356" y="3484340"/>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931945" y="3046447"/>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445651" y="3703698"/>
              <a:ext cx="733063" cy="132108"/>
            </a:xfrm>
            <a:custGeom>
              <a:avLst/>
              <a:gdLst/>
              <a:ahLst/>
              <a:cxnLst/>
              <a:rect l="l" t="t" r="r" b="b"/>
              <a:pathLst>
                <a:path w="10704" h="1929" extrusionOk="0">
                  <a:moveTo>
                    <a:pt x="0" y="0"/>
                  </a:moveTo>
                  <a:lnTo>
                    <a:pt x="0" y="1929"/>
                  </a:lnTo>
                  <a:lnTo>
                    <a:pt x="10704" y="1929"/>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855808" y="3922987"/>
              <a:ext cx="322907" cy="132176"/>
            </a:xfrm>
            <a:custGeom>
              <a:avLst/>
              <a:gdLst/>
              <a:ahLst/>
              <a:cxnLst/>
              <a:rect l="l" t="t" r="r" b="b"/>
              <a:pathLst>
                <a:path w="4715" h="1930" extrusionOk="0">
                  <a:moveTo>
                    <a:pt x="0" y="1"/>
                  </a:moveTo>
                  <a:lnTo>
                    <a:pt x="0" y="1930"/>
                  </a:lnTo>
                  <a:lnTo>
                    <a:pt x="4715" y="1930"/>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990637" y="3703698"/>
              <a:ext cx="322975" cy="132108"/>
            </a:xfrm>
            <a:custGeom>
              <a:avLst/>
              <a:gdLst/>
              <a:ahLst/>
              <a:cxnLst/>
              <a:rect l="l" t="t" r="r" b="b"/>
              <a:pathLst>
                <a:path w="4716" h="1929" extrusionOk="0">
                  <a:moveTo>
                    <a:pt x="1" y="0"/>
                  </a:moveTo>
                  <a:lnTo>
                    <a:pt x="1" y="1929"/>
                  </a:lnTo>
                  <a:lnTo>
                    <a:pt x="4715" y="1929"/>
                  </a:lnTo>
                  <a:lnTo>
                    <a:pt x="471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445651" y="4142344"/>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858529" y="3922987"/>
              <a:ext cx="862774" cy="132176"/>
            </a:xfrm>
            <a:custGeom>
              <a:avLst/>
              <a:gdLst/>
              <a:ahLst/>
              <a:cxnLst/>
              <a:rect l="l" t="t" r="r" b="b"/>
              <a:pathLst>
                <a:path w="12598" h="1930" extrusionOk="0">
                  <a:moveTo>
                    <a:pt x="1" y="1"/>
                  </a:moveTo>
                  <a:lnTo>
                    <a:pt x="1" y="1930"/>
                  </a:lnTo>
                  <a:lnTo>
                    <a:pt x="12598" y="1930"/>
                  </a:lnTo>
                  <a:lnTo>
                    <a:pt x="1259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683208" y="4361702"/>
              <a:ext cx="1495507" cy="132176"/>
            </a:xfrm>
            <a:custGeom>
              <a:avLst/>
              <a:gdLst/>
              <a:ahLst/>
              <a:cxnLst/>
              <a:rect l="l" t="t" r="r" b="b"/>
              <a:pathLst>
                <a:path w="21837" h="1930"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767736" y="4580237"/>
              <a:ext cx="410978" cy="132929"/>
            </a:xfrm>
            <a:custGeom>
              <a:avLst/>
              <a:gdLst/>
              <a:ahLst/>
              <a:cxnLst/>
              <a:rect l="l" t="t" r="r" b="b"/>
              <a:pathLst>
                <a:path w="6001" h="1941" extrusionOk="0">
                  <a:moveTo>
                    <a:pt x="0" y="0"/>
                  </a:moveTo>
                  <a:lnTo>
                    <a:pt x="0" y="1941"/>
                  </a:lnTo>
                  <a:lnTo>
                    <a:pt x="6001" y="1941"/>
                  </a:lnTo>
                  <a:lnTo>
                    <a:pt x="600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814494" y="4580237"/>
              <a:ext cx="773880" cy="132929"/>
            </a:xfrm>
            <a:custGeom>
              <a:avLst/>
              <a:gdLst/>
              <a:ahLst/>
              <a:cxnLst/>
              <a:rect l="l" t="t" r="r" b="b"/>
              <a:pathLst>
                <a:path w="11300" h="1941" extrusionOk="0">
                  <a:moveTo>
                    <a:pt x="1" y="0"/>
                  </a:moveTo>
                  <a:lnTo>
                    <a:pt x="1" y="1941"/>
                  </a:lnTo>
                  <a:lnTo>
                    <a:pt x="11300" y="1941"/>
                  </a:lnTo>
                  <a:lnTo>
                    <a:pt x="1130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397009" y="4799526"/>
              <a:ext cx="833394" cy="132998"/>
            </a:xfrm>
            <a:custGeom>
              <a:avLst/>
              <a:gdLst/>
              <a:ahLst/>
              <a:cxnLst/>
              <a:rect l="l" t="t" r="r" b="b"/>
              <a:pathLst>
                <a:path w="12169" h="1942" extrusionOk="0">
                  <a:moveTo>
                    <a:pt x="1" y="1"/>
                  </a:moveTo>
                  <a:lnTo>
                    <a:pt x="1" y="1942"/>
                  </a:lnTo>
                  <a:lnTo>
                    <a:pt x="12169" y="1942"/>
                  </a:lnTo>
                  <a:lnTo>
                    <a:pt x="1216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82851" y="4799526"/>
              <a:ext cx="795864" cy="132998"/>
            </a:xfrm>
            <a:custGeom>
              <a:avLst/>
              <a:gdLst/>
              <a:ahLst/>
              <a:cxnLst/>
              <a:rect l="l" t="t" r="r" b="b"/>
              <a:pathLst>
                <a:path w="11621" h="1942" extrusionOk="0">
                  <a:moveTo>
                    <a:pt x="0" y="1"/>
                  </a:moveTo>
                  <a:lnTo>
                    <a:pt x="0" y="1942"/>
                  </a:lnTo>
                  <a:lnTo>
                    <a:pt x="11621" y="1942"/>
                  </a:lnTo>
                  <a:lnTo>
                    <a:pt x="1162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064053" y="5018884"/>
              <a:ext cx="1114662" cy="132176"/>
            </a:xfrm>
            <a:custGeom>
              <a:avLst/>
              <a:gdLst/>
              <a:ahLst/>
              <a:cxnLst/>
              <a:rect l="l" t="t" r="r" b="b"/>
              <a:pathLst>
                <a:path w="16276" h="1930" extrusionOk="0">
                  <a:moveTo>
                    <a:pt x="0" y="1"/>
                  </a:moveTo>
                  <a:lnTo>
                    <a:pt x="0" y="1930"/>
                  </a:lnTo>
                  <a:lnTo>
                    <a:pt x="16276" y="1930"/>
                  </a:lnTo>
                  <a:lnTo>
                    <a:pt x="1627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p:nvPr/>
        </p:nvSpPr>
        <p:spPr>
          <a:xfrm>
            <a:off x="1962382" y="0"/>
            <a:ext cx="2721868" cy="387420"/>
          </a:xfrm>
          <a:custGeom>
            <a:avLst/>
            <a:gdLst/>
            <a:ahLst/>
            <a:cxnLst/>
            <a:rect l="l" t="t" r="r" b="b"/>
            <a:pathLst>
              <a:path w="39744" h="5657" extrusionOk="0">
                <a:moveTo>
                  <a:pt x="1" y="1"/>
                </a:moveTo>
                <a:lnTo>
                  <a:pt x="1" y="5656"/>
                </a:lnTo>
                <a:lnTo>
                  <a:pt x="39744" y="5656"/>
                </a:lnTo>
                <a:lnTo>
                  <a:pt x="397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73813" y="0"/>
            <a:ext cx="664647" cy="387420"/>
          </a:xfrm>
          <a:custGeom>
            <a:avLst/>
            <a:gdLst/>
            <a:ahLst/>
            <a:cxnLst/>
            <a:rect l="l" t="t" r="r" b="b"/>
            <a:pathLst>
              <a:path w="9705" h="5657" extrusionOk="0">
                <a:moveTo>
                  <a:pt x="1" y="1"/>
                </a:moveTo>
                <a:lnTo>
                  <a:pt x="1" y="5656"/>
                </a:lnTo>
                <a:lnTo>
                  <a:pt x="9704" y="5656"/>
                </a:lnTo>
                <a:lnTo>
                  <a:pt x="9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49134" y="938616"/>
            <a:ext cx="212098" cy="385776"/>
          </a:xfrm>
          <a:custGeom>
            <a:avLst/>
            <a:gdLst/>
            <a:ahLst/>
            <a:cxnLst/>
            <a:rect l="l" t="t" r="r" b="b"/>
            <a:pathLst>
              <a:path w="3097" h="5633" extrusionOk="0">
                <a:moveTo>
                  <a:pt x="2239" y="1"/>
                </a:moveTo>
                <a:lnTo>
                  <a:pt x="1" y="5275"/>
                </a:lnTo>
                <a:lnTo>
                  <a:pt x="846" y="5633"/>
                </a:lnTo>
                <a:lnTo>
                  <a:pt x="3096" y="370"/>
                </a:lnTo>
                <a:lnTo>
                  <a:pt x="2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73813" y="1008745"/>
            <a:ext cx="167240" cy="245519"/>
          </a:xfrm>
          <a:custGeom>
            <a:avLst/>
            <a:gdLst/>
            <a:ahLst/>
            <a:cxnLst/>
            <a:rect l="l" t="t" r="r" b="b"/>
            <a:pathLst>
              <a:path w="2442" h="3585" extrusionOk="0">
                <a:moveTo>
                  <a:pt x="1787" y="1"/>
                </a:moveTo>
                <a:lnTo>
                  <a:pt x="1" y="1787"/>
                </a:lnTo>
                <a:lnTo>
                  <a:pt x="1787" y="3585"/>
                </a:lnTo>
                <a:lnTo>
                  <a:pt x="2442" y="2930"/>
                </a:lnTo>
                <a:lnTo>
                  <a:pt x="1299" y="1787"/>
                </a:lnTo>
                <a:lnTo>
                  <a:pt x="2442" y="656"/>
                </a:lnTo>
                <a:lnTo>
                  <a:pt x="1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268492" y="1008745"/>
            <a:ext cx="168062" cy="245519"/>
          </a:xfrm>
          <a:custGeom>
            <a:avLst/>
            <a:gdLst/>
            <a:ahLst/>
            <a:cxnLst/>
            <a:rect l="l" t="t" r="r" b="b"/>
            <a:pathLst>
              <a:path w="2454" h="3585" extrusionOk="0">
                <a:moveTo>
                  <a:pt x="655" y="1"/>
                </a:moveTo>
                <a:lnTo>
                  <a:pt x="0" y="656"/>
                </a:lnTo>
                <a:lnTo>
                  <a:pt x="1143" y="1787"/>
                </a:lnTo>
                <a:lnTo>
                  <a:pt x="0" y="2930"/>
                </a:lnTo>
                <a:lnTo>
                  <a:pt x="655" y="3585"/>
                </a:lnTo>
                <a:lnTo>
                  <a:pt x="2453" y="1787"/>
                </a:lnTo>
                <a:lnTo>
                  <a:pt x="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516020" y="4983597"/>
            <a:ext cx="1054395" cy="159912"/>
          </a:xfrm>
          <a:custGeom>
            <a:avLst/>
            <a:gdLst/>
            <a:ahLst/>
            <a:cxnLst/>
            <a:rect l="l" t="t" r="r" b="b"/>
            <a:pathLst>
              <a:path w="15396" h="2335" extrusionOk="0">
                <a:moveTo>
                  <a:pt x="1" y="1"/>
                </a:moveTo>
                <a:lnTo>
                  <a:pt x="1" y="2335"/>
                </a:lnTo>
                <a:lnTo>
                  <a:pt x="15395" y="2335"/>
                </a:lnTo>
                <a:lnTo>
                  <a:pt x="1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160341" y="4983597"/>
            <a:ext cx="2152689" cy="159912"/>
          </a:xfrm>
          <a:custGeom>
            <a:avLst/>
            <a:gdLst/>
            <a:ahLst/>
            <a:cxnLst/>
            <a:rect l="l" t="t" r="r" b="b"/>
            <a:pathLst>
              <a:path w="31433" h="2335" extrusionOk="0">
                <a:moveTo>
                  <a:pt x="0" y="1"/>
                </a:moveTo>
                <a:lnTo>
                  <a:pt x="0" y="2335"/>
                </a:lnTo>
                <a:lnTo>
                  <a:pt x="31433" y="2335"/>
                </a:lnTo>
                <a:lnTo>
                  <a:pt x="314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805333" y="4452017"/>
            <a:ext cx="3750923" cy="160666"/>
          </a:xfrm>
          <a:custGeom>
            <a:avLst/>
            <a:gdLst/>
            <a:ahLst/>
            <a:cxnLst/>
            <a:rect l="l" t="t" r="r" b="b"/>
            <a:pathLst>
              <a:path w="54770" h="2346" extrusionOk="0">
                <a:moveTo>
                  <a:pt x="0" y="0"/>
                </a:moveTo>
                <a:lnTo>
                  <a:pt x="0" y="2346"/>
                </a:lnTo>
                <a:lnTo>
                  <a:pt x="54769" y="2346"/>
                </a:lnTo>
                <a:lnTo>
                  <a:pt x="54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0" y="4452017"/>
            <a:ext cx="1490645" cy="160666"/>
          </a:xfrm>
          <a:custGeom>
            <a:avLst/>
            <a:gdLst/>
            <a:ahLst/>
            <a:cxnLst/>
            <a:rect l="l" t="t" r="r" b="b"/>
            <a:pathLst>
              <a:path w="21766" h="2346" extrusionOk="0">
                <a:moveTo>
                  <a:pt x="1" y="0"/>
                </a:moveTo>
                <a:lnTo>
                  <a:pt x="1" y="2346"/>
                </a:lnTo>
                <a:lnTo>
                  <a:pt x="21765" y="2346"/>
                </a:lnTo>
                <a:lnTo>
                  <a:pt x="21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6093" y="4717807"/>
            <a:ext cx="3218453" cy="160734"/>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0" y="4717807"/>
            <a:ext cx="364546" cy="160734"/>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0" y="4983597"/>
            <a:ext cx="828532" cy="159912"/>
          </a:xfrm>
          <a:custGeom>
            <a:avLst/>
            <a:gdLst/>
            <a:ahLst/>
            <a:cxnLst/>
            <a:rect l="l" t="t" r="r" b="b"/>
            <a:pathLst>
              <a:path w="12098" h="2335" extrusionOk="0">
                <a:moveTo>
                  <a:pt x="1" y="1"/>
                </a:moveTo>
                <a:lnTo>
                  <a:pt x="1" y="2335"/>
                </a:lnTo>
                <a:lnTo>
                  <a:pt x="12098" y="2335"/>
                </a:lnTo>
                <a:lnTo>
                  <a:pt x="120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lvl1pPr lvl="0" rtl="0">
              <a:lnSpc>
                <a:spcPct val="80000"/>
              </a:lnSpc>
              <a:spcBef>
                <a:spcPts val="0"/>
              </a:spcBef>
              <a:spcAft>
                <a:spcPts val="0"/>
              </a:spcAft>
              <a:buSzPts val="7400"/>
              <a:buNone/>
              <a:defRPr sz="7400"/>
            </a:lvl1pPr>
            <a:lvl2pPr lvl="1" algn="ctr" rtl="0">
              <a:spcBef>
                <a:spcPts val="0"/>
              </a:spcBef>
              <a:spcAft>
                <a:spcPts val="0"/>
              </a:spcAft>
              <a:buSzPts val="6100"/>
              <a:buNone/>
              <a:defRPr sz="6100"/>
            </a:lvl2pPr>
            <a:lvl3pPr lvl="2" algn="ctr" rtl="0">
              <a:spcBef>
                <a:spcPts val="0"/>
              </a:spcBef>
              <a:spcAft>
                <a:spcPts val="0"/>
              </a:spcAft>
              <a:buSzPts val="6100"/>
              <a:buNone/>
              <a:defRPr sz="6100"/>
            </a:lvl3pPr>
            <a:lvl4pPr lvl="3" algn="ctr" rtl="0">
              <a:spcBef>
                <a:spcPts val="0"/>
              </a:spcBef>
              <a:spcAft>
                <a:spcPts val="0"/>
              </a:spcAft>
              <a:buSzPts val="6100"/>
              <a:buNone/>
              <a:defRPr sz="6100"/>
            </a:lvl4pPr>
            <a:lvl5pPr lvl="4" algn="ctr" rtl="0">
              <a:spcBef>
                <a:spcPts val="0"/>
              </a:spcBef>
              <a:spcAft>
                <a:spcPts val="0"/>
              </a:spcAft>
              <a:buSzPts val="6100"/>
              <a:buNone/>
              <a:defRPr sz="6100"/>
            </a:lvl5pPr>
            <a:lvl6pPr lvl="5" algn="ctr" rtl="0">
              <a:spcBef>
                <a:spcPts val="0"/>
              </a:spcBef>
              <a:spcAft>
                <a:spcPts val="0"/>
              </a:spcAft>
              <a:buSzPts val="6100"/>
              <a:buNone/>
              <a:defRPr sz="6100"/>
            </a:lvl6pPr>
            <a:lvl7pPr lvl="6" algn="ctr" rtl="0">
              <a:spcBef>
                <a:spcPts val="0"/>
              </a:spcBef>
              <a:spcAft>
                <a:spcPts val="0"/>
              </a:spcAft>
              <a:buSzPts val="6100"/>
              <a:buNone/>
              <a:defRPr sz="6100"/>
            </a:lvl7pPr>
            <a:lvl8pPr lvl="7" algn="ctr" rtl="0">
              <a:spcBef>
                <a:spcPts val="0"/>
              </a:spcBef>
              <a:spcAft>
                <a:spcPts val="0"/>
              </a:spcAft>
              <a:buSzPts val="6100"/>
              <a:buNone/>
              <a:defRPr sz="6100"/>
            </a:lvl8pPr>
            <a:lvl9pPr lvl="8" algn="ctr" rtl="0">
              <a:spcBef>
                <a:spcPts val="0"/>
              </a:spcBef>
              <a:spcAft>
                <a:spcPts val="0"/>
              </a:spcAft>
              <a:buSzPts val="6100"/>
              <a:buNone/>
              <a:defRPr sz="6100"/>
            </a:lvl9pPr>
          </a:lstStyle>
          <a:p>
            <a:endParaRPr/>
          </a:p>
        </p:txBody>
      </p:sp>
      <p:sp>
        <p:nvSpPr>
          <p:cNvPr id="50" name="Google Shape;50;p2"/>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100"/>
              <a:buNone/>
              <a:defRPr sz="2100"/>
            </a:lvl1pPr>
            <a:lvl2pPr lvl="1" algn="ctr" rtl="0">
              <a:lnSpc>
                <a:spcPct val="100000"/>
              </a:lnSpc>
              <a:spcBef>
                <a:spcPts val="0"/>
              </a:spcBef>
              <a:spcAft>
                <a:spcPts val="0"/>
              </a:spcAft>
              <a:buSzPts val="2900"/>
              <a:buNone/>
              <a:defRPr sz="2900"/>
            </a:lvl2pPr>
            <a:lvl3pPr lvl="2" algn="ctr" rtl="0">
              <a:lnSpc>
                <a:spcPct val="100000"/>
              </a:lnSpc>
              <a:spcBef>
                <a:spcPts val="0"/>
              </a:spcBef>
              <a:spcAft>
                <a:spcPts val="0"/>
              </a:spcAft>
              <a:buSzPts val="2900"/>
              <a:buNone/>
              <a:defRPr sz="2900"/>
            </a:lvl3pPr>
            <a:lvl4pPr lvl="3" algn="ctr" rtl="0">
              <a:lnSpc>
                <a:spcPct val="100000"/>
              </a:lnSpc>
              <a:spcBef>
                <a:spcPts val="0"/>
              </a:spcBef>
              <a:spcAft>
                <a:spcPts val="0"/>
              </a:spcAft>
              <a:buSzPts val="2900"/>
              <a:buNone/>
              <a:defRPr sz="2900"/>
            </a:lvl4pPr>
            <a:lvl5pPr lvl="4" algn="ctr" rtl="0">
              <a:lnSpc>
                <a:spcPct val="100000"/>
              </a:lnSpc>
              <a:spcBef>
                <a:spcPts val="0"/>
              </a:spcBef>
              <a:spcAft>
                <a:spcPts val="0"/>
              </a:spcAft>
              <a:buSzPts val="2900"/>
              <a:buNone/>
              <a:defRPr sz="2900"/>
            </a:lvl5pPr>
            <a:lvl6pPr lvl="5" algn="ctr" rtl="0">
              <a:lnSpc>
                <a:spcPct val="100000"/>
              </a:lnSpc>
              <a:spcBef>
                <a:spcPts val="0"/>
              </a:spcBef>
              <a:spcAft>
                <a:spcPts val="0"/>
              </a:spcAft>
              <a:buSzPts val="2900"/>
              <a:buNone/>
              <a:defRPr sz="2900"/>
            </a:lvl6pPr>
            <a:lvl7pPr lvl="6" algn="ctr" rtl="0">
              <a:lnSpc>
                <a:spcPct val="100000"/>
              </a:lnSpc>
              <a:spcBef>
                <a:spcPts val="0"/>
              </a:spcBef>
              <a:spcAft>
                <a:spcPts val="0"/>
              </a:spcAft>
              <a:buSzPts val="2900"/>
              <a:buNone/>
              <a:defRPr sz="2900"/>
            </a:lvl7pPr>
            <a:lvl8pPr lvl="7" algn="ctr" rtl="0">
              <a:lnSpc>
                <a:spcPct val="100000"/>
              </a:lnSpc>
              <a:spcBef>
                <a:spcPts val="0"/>
              </a:spcBef>
              <a:spcAft>
                <a:spcPts val="0"/>
              </a:spcAft>
              <a:buSzPts val="2900"/>
              <a:buNone/>
              <a:defRPr sz="2900"/>
            </a:lvl8pPr>
            <a:lvl9pPr lvl="8" algn="ctr" rtl="0">
              <a:lnSpc>
                <a:spcPct val="100000"/>
              </a:lnSpc>
              <a:spcBef>
                <a:spcPts val="0"/>
              </a:spcBef>
              <a:spcAft>
                <a:spcPts val="0"/>
              </a:spcAft>
              <a:buSzPts val="2900"/>
              <a:buNone/>
              <a:defRPr sz="29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s!">
  <p:cSld name="CUSTOM_13">
    <p:spTree>
      <p:nvGrpSpPr>
        <p:cNvPr id="1" name="Shape 51"/>
        <p:cNvGrpSpPr/>
        <p:nvPr/>
      </p:nvGrpSpPr>
      <p:grpSpPr>
        <a:xfrm>
          <a:off x="0" y="0"/>
          <a:ext cx="0" cy="0"/>
          <a:chOff x="0" y="0"/>
          <a:chExt cx="0" cy="0"/>
        </a:xfrm>
      </p:grpSpPr>
      <p:sp>
        <p:nvSpPr>
          <p:cNvPr id="52" name="Google Shape;52;p3"/>
          <p:cNvSpPr/>
          <p:nvPr/>
        </p:nvSpPr>
        <p:spPr>
          <a:xfrm>
            <a:off x="0" y="4357775"/>
            <a:ext cx="6633906" cy="785368"/>
          </a:xfrm>
          <a:custGeom>
            <a:avLst/>
            <a:gdLst/>
            <a:ahLst/>
            <a:cxnLst/>
            <a:rect l="l" t="t" r="r" b="b"/>
            <a:pathLst>
              <a:path w="17241" h="16396" extrusionOk="0">
                <a:moveTo>
                  <a:pt x="0" y="1"/>
                </a:moveTo>
                <a:lnTo>
                  <a:pt x="0" y="16396"/>
                </a:lnTo>
                <a:lnTo>
                  <a:pt x="17240" y="16396"/>
                </a:lnTo>
                <a:lnTo>
                  <a:pt x="172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8355575" y="4357775"/>
            <a:ext cx="788431" cy="785368"/>
          </a:xfrm>
          <a:custGeom>
            <a:avLst/>
            <a:gdLst/>
            <a:ahLst/>
            <a:cxnLst/>
            <a:rect l="l" t="t" r="r" b="b"/>
            <a:pathLst>
              <a:path w="17241" h="16396" extrusionOk="0">
                <a:moveTo>
                  <a:pt x="0" y="1"/>
                </a:moveTo>
                <a:lnTo>
                  <a:pt x="0" y="16396"/>
                </a:lnTo>
                <a:lnTo>
                  <a:pt x="17240" y="16396"/>
                </a:lnTo>
                <a:lnTo>
                  <a:pt x="172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1923700" y="0"/>
            <a:ext cx="7220221" cy="2724140"/>
          </a:xfrm>
          <a:custGeom>
            <a:avLst/>
            <a:gdLst/>
            <a:ahLst/>
            <a:cxnLst/>
            <a:rect l="l" t="t" r="r" b="b"/>
            <a:pathLst>
              <a:path w="52686" h="24170" extrusionOk="0">
                <a:moveTo>
                  <a:pt x="1" y="0"/>
                </a:moveTo>
                <a:lnTo>
                  <a:pt x="1" y="24170"/>
                </a:lnTo>
                <a:lnTo>
                  <a:pt x="52686" y="24170"/>
                </a:lnTo>
                <a:lnTo>
                  <a:pt x="526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txBox="1">
            <a:spLocks noGrp="1"/>
          </p:cNvSpPr>
          <p:nvPr>
            <p:ph type="title"/>
          </p:nvPr>
        </p:nvSpPr>
        <p:spPr>
          <a:xfrm>
            <a:off x="2951850" y="700250"/>
            <a:ext cx="32403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4300">
                <a:solidFill>
                  <a:schemeClr val="dk1"/>
                </a:solidFill>
              </a:defRPr>
            </a:lvl1pPr>
            <a:lvl2pPr lvl="1" algn="ctr" rtl="0">
              <a:spcBef>
                <a:spcPts val="0"/>
              </a:spcBef>
              <a:spcAft>
                <a:spcPts val="0"/>
              </a:spcAft>
              <a:buNone/>
              <a:defRPr sz="3000">
                <a:solidFill>
                  <a:schemeClr val="dk1"/>
                </a:solidFill>
              </a:defRPr>
            </a:lvl2pPr>
            <a:lvl3pPr lvl="2" algn="ctr" rtl="0">
              <a:spcBef>
                <a:spcPts val="0"/>
              </a:spcBef>
              <a:spcAft>
                <a:spcPts val="0"/>
              </a:spcAft>
              <a:buNone/>
              <a:defRPr sz="3000">
                <a:solidFill>
                  <a:schemeClr val="dk1"/>
                </a:solidFill>
              </a:defRPr>
            </a:lvl3pPr>
            <a:lvl4pPr lvl="3" algn="ctr" rtl="0">
              <a:spcBef>
                <a:spcPts val="0"/>
              </a:spcBef>
              <a:spcAft>
                <a:spcPts val="0"/>
              </a:spcAft>
              <a:buNone/>
              <a:defRPr sz="3000">
                <a:solidFill>
                  <a:schemeClr val="dk1"/>
                </a:solidFill>
              </a:defRPr>
            </a:lvl4pPr>
            <a:lvl5pPr lvl="4" algn="ctr" rtl="0">
              <a:spcBef>
                <a:spcPts val="0"/>
              </a:spcBef>
              <a:spcAft>
                <a:spcPts val="0"/>
              </a:spcAft>
              <a:buNone/>
              <a:defRPr sz="3000">
                <a:solidFill>
                  <a:schemeClr val="dk1"/>
                </a:solidFill>
              </a:defRPr>
            </a:lvl5pPr>
            <a:lvl6pPr lvl="5" algn="ctr" rtl="0">
              <a:spcBef>
                <a:spcPts val="0"/>
              </a:spcBef>
              <a:spcAft>
                <a:spcPts val="0"/>
              </a:spcAft>
              <a:buNone/>
              <a:defRPr sz="3000">
                <a:solidFill>
                  <a:schemeClr val="dk1"/>
                </a:solidFill>
              </a:defRPr>
            </a:lvl6pPr>
            <a:lvl7pPr lvl="6" algn="ctr" rtl="0">
              <a:spcBef>
                <a:spcPts val="0"/>
              </a:spcBef>
              <a:spcAft>
                <a:spcPts val="0"/>
              </a:spcAft>
              <a:buNone/>
              <a:defRPr sz="3000">
                <a:solidFill>
                  <a:schemeClr val="dk1"/>
                </a:solidFill>
              </a:defRPr>
            </a:lvl7pPr>
            <a:lvl8pPr lvl="7" algn="ctr" rtl="0">
              <a:spcBef>
                <a:spcPts val="0"/>
              </a:spcBef>
              <a:spcAft>
                <a:spcPts val="0"/>
              </a:spcAft>
              <a:buNone/>
              <a:defRPr sz="3000">
                <a:solidFill>
                  <a:schemeClr val="dk1"/>
                </a:solidFill>
              </a:defRPr>
            </a:lvl8pPr>
            <a:lvl9pPr lvl="8" algn="ctr" rtl="0">
              <a:spcBef>
                <a:spcPts val="0"/>
              </a:spcBef>
              <a:spcAft>
                <a:spcPts val="0"/>
              </a:spcAft>
              <a:buNone/>
              <a:defRPr sz="3000">
                <a:solidFill>
                  <a:schemeClr val="dk1"/>
                </a:solidFill>
              </a:defRPr>
            </a:lvl9pPr>
          </a:lstStyle>
          <a:p>
            <a:endParaRPr/>
          </a:p>
        </p:txBody>
      </p:sp>
      <p:sp>
        <p:nvSpPr>
          <p:cNvPr id="56" name="Google Shape;56;p3"/>
          <p:cNvSpPr txBox="1">
            <a:spLocks noGrp="1"/>
          </p:cNvSpPr>
          <p:nvPr>
            <p:ph type="subTitle" idx="1"/>
          </p:nvPr>
        </p:nvSpPr>
        <p:spPr>
          <a:xfrm>
            <a:off x="2951850" y="1515875"/>
            <a:ext cx="3240300" cy="1208400"/>
          </a:xfrm>
          <a:prstGeom prst="rect">
            <a:avLst/>
          </a:prstGeom>
        </p:spPr>
        <p:txBody>
          <a:bodyPr spcFirstLastPara="1" wrap="square" lIns="91425" tIns="0" rIns="91425" bIns="91425" anchor="t" anchorCtr="0">
            <a:noAutofit/>
          </a:bodyPr>
          <a:lstStyle>
            <a:lvl1pPr lvl="0" algn="ctr" rtl="0">
              <a:lnSpc>
                <a:spcPct val="100000"/>
              </a:lnSpc>
              <a:spcBef>
                <a:spcPts val="0"/>
              </a:spcBef>
              <a:spcAft>
                <a:spcPts val="0"/>
              </a:spcAft>
              <a:buClr>
                <a:schemeClr val="dk1"/>
              </a:buClr>
              <a:buSzPts val="3000"/>
              <a:buNone/>
              <a:defRPr sz="1600">
                <a:solidFill>
                  <a:schemeClr val="dk1"/>
                </a:solidFill>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57" name="Google Shape;57;p3"/>
          <p:cNvSpPr txBox="1"/>
          <p:nvPr/>
        </p:nvSpPr>
        <p:spPr>
          <a:xfrm>
            <a:off x="2510100" y="3306950"/>
            <a:ext cx="4123800" cy="919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latin typeface="Anaheim"/>
                <a:ea typeface="Anaheim"/>
                <a:cs typeface="Anaheim"/>
                <a:sym typeface="Anaheim"/>
              </a:rPr>
              <a:t>CREDITS: This presentation template was created by Slidesgo, incluiding icons by Flaticon, and infographics &amp; images by Freepik.</a:t>
            </a:r>
            <a:endParaRPr>
              <a:solidFill>
                <a:schemeClr val="lt1"/>
              </a:solidFill>
              <a:latin typeface="Anaheim"/>
              <a:ea typeface="Anaheim"/>
              <a:cs typeface="Anaheim"/>
              <a:sym typeface="Anaheim"/>
            </a:endParaRPr>
          </a:p>
        </p:txBody>
      </p:sp>
      <p:sp>
        <p:nvSpPr>
          <p:cNvPr id="58" name="Google Shape;58;p3"/>
          <p:cNvSpPr/>
          <p:nvPr/>
        </p:nvSpPr>
        <p:spPr>
          <a:xfrm>
            <a:off x="7377200"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3570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6810278"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6896029"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8105579"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rgbClr val="FFFFFF">
              <a:alpha val="56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739789" y="3268775"/>
            <a:ext cx="1104128"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18"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rgbClr val="FFFFFF">
              <a:alpha val="501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1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1299972" y="1500450"/>
            <a:ext cx="490621" cy="356872"/>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8"/>
        <p:cNvGrpSpPr/>
        <p:nvPr/>
      </p:nvGrpSpPr>
      <p:grpSpPr>
        <a:xfrm>
          <a:off x="0" y="0"/>
          <a:ext cx="0" cy="0"/>
          <a:chOff x="0" y="0"/>
          <a:chExt cx="0" cy="0"/>
        </a:xfrm>
      </p:grpSpPr>
      <p:sp>
        <p:nvSpPr>
          <p:cNvPr id="89" name="Google Shape;89;p5"/>
          <p:cNvSpPr/>
          <p:nvPr/>
        </p:nvSpPr>
        <p:spPr>
          <a:xfrm>
            <a:off x="0" y="1515825"/>
            <a:ext cx="2943127"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txBox="1">
            <a:spLocks noGrp="1"/>
          </p:cNvSpPr>
          <p:nvPr>
            <p:ph type="body" idx="1"/>
          </p:nvPr>
        </p:nvSpPr>
        <p:spPr>
          <a:xfrm>
            <a:off x="609499" y="1973025"/>
            <a:ext cx="3512700" cy="2130900"/>
          </a:xfrm>
          <a:prstGeom prst="rect">
            <a:avLst/>
          </a:prstGeom>
        </p:spPr>
        <p:txBody>
          <a:bodyPr spcFirstLastPara="1" wrap="square" lIns="91425" tIns="91425" rIns="91425" bIns="91425" anchor="t" anchorCtr="0">
            <a:noAutofit/>
          </a:bodyPr>
          <a:lstStyle>
            <a:lvl1pPr marL="457200" lvl="0" indent="-330200" rtl="0">
              <a:lnSpc>
                <a:spcPct val="100000"/>
              </a:lnSpc>
              <a:spcBef>
                <a:spcPts val="0"/>
              </a:spcBef>
              <a:spcAft>
                <a:spcPts val="0"/>
              </a:spcAft>
              <a:buSzPts val="1600"/>
              <a:buFont typeface="Raleway SemiBold"/>
              <a:buChar char="●"/>
              <a:defRPr sz="1600"/>
            </a:lvl1pPr>
            <a:lvl2pPr marL="914400" lvl="1" indent="-330200" rtl="0">
              <a:spcBef>
                <a:spcPts val="0"/>
              </a:spcBef>
              <a:spcAft>
                <a:spcPts val="0"/>
              </a:spcAft>
              <a:buSzPts val="1600"/>
              <a:buFont typeface="Nunito Light"/>
              <a:buChar char="○"/>
              <a:defRPr sz="1600"/>
            </a:lvl2pPr>
            <a:lvl3pPr marL="1371600" lvl="2" indent="-330200" rtl="0">
              <a:spcBef>
                <a:spcPts val="1600"/>
              </a:spcBef>
              <a:spcAft>
                <a:spcPts val="0"/>
              </a:spcAft>
              <a:buSzPts val="1600"/>
              <a:buFont typeface="Nunito Light"/>
              <a:buChar char="■"/>
              <a:defRPr sz="1600"/>
            </a:lvl3pPr>
            <a:lvl4pPr marL="1828800" lvl="3" indent="-330200" rtl="0">
              <a:spcBef>
                <a:spcPts val="1600"/>
              </a:spcBef>
              <a:spcAft>
                <a:spcPts val="0"/>
              </a:spcAft>
              <a:buSzPts val="1600"/>
              <a:buFont typeface="Nunito Light"/>
              <a:buChar char="●"/>
              <a:defRPr sz="1600"/>
            </a:lvl4pPr>
            <a:lvl5pPr marL="2286000" lvl="4" indent="-330200" rtl="0">
              <a:spcBef>
                <a:spcPts val="1600"/>
              </a:spcBef>
              <a:spcAft>
                <a:spcPts val="0"/>
              </a:spcAft>
              <a:buSzPts val="1600"/>
              <a:buFont typeface="Nunito Light"/>
              <a:buChar char="○"/>
              <a:defRPr sz="1600"/>
            </a:lvl5pPr>
            <a:lvl6pPr marL="2743200" lvl="5" indent="-330200" rtl="0">
              <a:spcBef>
                <a:spcPts val="1600"/>
              </a:spcBef>
              <a:spcAft>
                <a:spcPts val="0"/>
              </a:spcAft>
              <a:buSzPts val="1600"/>
              <a:buFont typeface="Nunito Light"/>
              <a:buChar char="■"/>
              <a:defRPr sz="1600"/>
            </a:lvl6pPr>
            <a:lvl7pPr marL="3200400" lvl="6" indent="-330200" rtl="0">
              <a:spcBef>
                <a:spcPts val="1600"/>
              </a:spcBef>
              <a:spcAft>
                <a:spcPts val="0"/>
              </a:spcAft>
              <a:buSzPts val="1600"/>
              <a:buFont typeface="Nunito Light"/>
              <a:buChar char="●"/>
              <a:defRPr sz="1600"/>
            </a:lvl7pPr>
            <a:lvl8pPr marL="3657600" lvl="7" indent="-330200" rtl="0">
              <a:spcBef>
                <a:spcPts val="1600"/>
              </a:spcBef>
              <a:spcAft>
                <a:spcPts val="0"/>
              </a:spcAft>
              <a:buSzPts val="1600"/>
              <a:buFont typeface="Nunito Light"/>
              <a:buChar char="○"/>
              <a:defRPr sz="1600"/>
            </a:lvl8pPr>
            <a:lvl9pPr marL="4114800" lvl="8" indent="-330200" rtl="0">
              <a:spcBef>
                <a:spcPts val="1600"/>
              </a:spcBef>
              <a:spcAft>
                <a:spcPts val="1600"/>
              </a:spcAft>
              <a:buSzPts val="1600"/>
              <a:buFont typeface="Nunito Light"/>
              <a:buChar char="■"/>
              <a:defRPr sz="1600"/>
            </a:lvl9pPr>
          </a:lstStyle>
          <a:p>
            <a:endParaRPr/>
          </a:p>
        </p:txBody>
      </p:sp>
      <p:sp>
        <p:nvSpPr>
          <p:cNvPr id="91" name="Google Shape;91;p5"/>
          <p:cNvSpPr txBox="1">
            <a:spLocks noGrp="1"/>
          </p:cNvSpPr>
          <p:nvPr>
            <p:ph type="title"/>
          </p:nvPr>
        </p:nvSpPr>
        <p:spPr>
          <a:xfrm>
            <a:off x="560825" y="1168325"/>
            <a:ext cx="3561300" cy="669000"/>
          </a:xfrm>
          <a:prstGeom prst="rect">
            <a:avLst/>
          </a:prstGeom>
        </p:spPr>
        <p:txBody>
          <a:bodyPr spcFirstLastPara="1" wrap="square" lIns="91425" tIns="91425" rIns="91425" bIns="91425" anchor="t" anchorCtr="0">
            <a:noAutofit/>
          </a:bodyPr>
          <a:lstStyle>
            <a:lvl1pPr lvl="0" rtl="0">
              <a:spcBef>
                <a:spcPts val="0"/>
              </a:spcBef>
              <a:spcAft>
                <a:spcPts val="0"/>
              </a:spcAft>
              <a:buNone/>
              <a:defRPr sz="3000">
                <a:solidFill>
                  <a:schemeClr val="dk2"/>
                </a:solidFill>
              </a:defRPr>
            </a:lvl1pPr>
            <a:lvl2pPr lvl="1" rtl="0">
              <a:spcBef>
                <a:spcPts val="0"/>
              </a:spcBef>
              <a:spcAft>
                <a:spcPts val="0"/>
              </a:spcAft>
              <a:buNone/>
              <a:defRPr sz="3000"/>
            </a:lvl2pPr>
            <a:lvl3pPr lvl="2" rtl="0">
              <a:spcBef>
                <a:spcPts val="0"/>
              </a:spcBef>
              <a:spcAft>
                <a:spcPts val="0"/>
              </a:spcAft>
              <a:buNone/>
              <a:defRPr sz="3000"/>
            </a:lvl3pPr>
            <a:lvl4pPr lvl="3" rtl="0">
              <a:spcBef>
                <a:spcPts val="0"/>
              </a:spcBef>
              <a:spcAft>
                <a:spcPts val="0"/>
              </a:spcAft>
              <a:buNone/>
              <a:defRPr sz="3000"/>
            </a:lvl4pPr>
            <a:lvl5pPr lvl="4" rtl="0">
              <a:spcBef>
                <a:spcPts val="0"/>
              </a:spcBef>
              <a:spcAft>
                <a:spcPts val="0"/>
              </a:spcAft>
              <a:buNone/>
              <a:defRPr sz="3000"/>
            </a:lvl5pPr>
            <a:lvl6pPr lvl="5" rtl="0">
              <a:spcBef>
                <a:spcPts val="0"/>
              </a:spcBef>
              <a:spcAft>
                <a:spcPts val="0"/>
              </a:spcAft>
              <a:buNone/>
              <a:defRPr sz="3000"/>
            </a:lvl6pPr>
            <a:lvl7pPr lvl="6" rtl="0">
              <a:spcBef>
                <a:spcPts val="0"/>
              </a:spcBef>
              <a:spcAft>
                <a:spcPts val="0"/>
              </a:spcAft>
              <a:buNone/>
              <a:defRPr sz="3000"/>
            </a:lvl7pPr>
            <a:lvl8pPr lvl="7" rtl="0">
              <a:spcBef>
                <a:spcPts val="0"/>
              </a:spcBef>
              <a:spcAft>
                <a:spcPts val="0"/>
              </a:spcAft>
              <a:buNone/>
              <a:defRPr sz="3000"/>
            </a:lvl8pPr>
            <a:lvl9pPr lvl="8" rtl="0">
              <a:spcBef>
                <a:spcPts val="0"/>
              </a:spcBef>
              <a:spcAft>
                <a:spcPts val="0"/>
              </a:spcAft>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1"/>
        <p:cNvGrpSpPr/>
        <p:nvPr/>
      </p:nvGrpSpPr>
      <p:grpSpPr>
        <a:xfrm>
          <a:off x="0" y="0"/>
          <a:ext cx="0" cy="0"/>
          <a:chOff x="0" y="0"/>
          <a:chExt cx="0" cy="0"/>
        </a:xfrm>
      </p:grpSpPr>
      <p:sp>
        <p:nvSpPr>
          <p:cNvPr id="192" name="Google Shape;192;p15"/>
          <p:cNvSpPr/>
          <p:nvPr/>
        </p:nvSpPr>
        <p:spPr>
          <a:xfrm>
            <a:off x="0" y="1584850"/>
            <a:ext cx="4361919"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6076300" y="1584850"/>
            <a:ext cx="1243658" cy="241393"/>
          </a:xfrm>
          <a:custGeom>
            <a:avLst/>
            <a:gdLst/>
            <a:ahLst/>
            <a:cxnLst/>
            <a:rect l="l" t="t" r="r" b="b"/>
            <a:pathLst>
              <a:path w="19503" h="5847" extrusionOk="0">
                <a:moveTo>
                  <a:pt x="0" y="1"/>
                </a:moveTo>
                <a:lnTo>
                  <a:pt x="0" y="5847"/>
                </a:lnTo>
                <a:lnTo>
                  <a:pt x="19503" y="5847"/>
                </a:lnTo>
                <a:lnTo>
                  <a:pt x="195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2172024" y="3002644"/>
            <a:ext cx="1243656" cy="240911"/>
          </a:xfrm>
          <a:custGeom>
            <a:avLst/>
            <a:gdLst/>
            <a:ahLst/>
            <a:cxnLst/>
            <a:rect l="l" t="t" r="r" b="b"/>
            <a:pathLst>
              <a:path w="30184" h="5847" extrusionOk="0">
                <a:moveTo>
                  <a:pt x="1" y="0"/>
                </a:moveTo>
                <a:lnTo>
                  <a:pt x="1" y="5846"/>
                </a:lnTo>
                <a:lnTo>
                  <a:pt x="30183" y="5846"/>
                </a:lnTo>
                <a:lnTo>
                  <a:pt x="30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4667250" y="3002650"/>
            <a:ext cx="4476882"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4552950" y="1584850"/>
            <a:ext cx="134246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198" name="Google Shape;198;p15"/>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199" name="Google Shape;199;p15"/>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0" name="Google Shape;200;p15"/>
          <p:cNvSpPr txBox="1">
            <a:spLocks noGrp="1"/>
          </p:cNvSpPr>
          <p:nvPr>
            <p:ph type="subTitle" idx="3"/>
          </p:nvPr>
        </p:nvSpPr>
        <p:spPr>
          <a:xfrm flipH="1">
            <a:off x="4811675" y="2163531"/>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1" name="Google Shape;201;p15"/>
          <p:cNvSpPr txBox="1">
            <a:spLocks noGrp="1"/>
          </p:cNvSpPr>
          <p:nvPr>
            <p:ph type="ctrTitle" idx="4"/>
          </p:nvPr>
        </p:nvSpPr>
        <p:spPr>
          <a:xfrm flipH="1">
            <a:off x="2189796" y="3103412"/>
            <a:ext cx="21639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202" name="Google Shape;202;p15"/>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03" name="Google Shape;203;p15"/>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204" name="Google Shape;204;p15"/>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5" name="Google Shape;205;p15"/>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6" name="Google Shape;206;p15"/>
          <p:cNvSpPr txBox="1">
            <a:spLocks noGrp="1"/>
          </p:cNvSpPr>
          <p:nvPr>
            <p:ph type="subTitle" idx="9"/>
          </p:nvPr>
        </p:nvSpPr>
        <p:spPr>
          <a:xfrm flipH="1">
            <a:off x="4811675" y="3573468"/>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3">
  <p:cSld name="CUSTOM_5">
    <p:spTree>
      <p:nvGrpSpPr>
        <p:cNvPr id="1" name="Shape 238"/>
        <p:cNvGrpSpPr/>
        <p:nvPr/>
      </p:nvGrpSpPr>
      <p:grpSpPr>
        <a:xfrm>
          <a:off x="0" y="0"/>
          <a:ext cx="0" cy="0"/>
          <a:chOff x="0" y="0"/>
          <a:chExt cx="0" cy="0"/>
        </a:xfrm>
      </p:grpSpPr>
      <p:sp>
        <p:nvSpPr>
          <p:cNvPr id="239" name="Google Shape;239;p19"/>
          <p:cNvSpPr/>
          <p:nvPr/>
        </p:nvSpPr>
        <p:spPr>
          <a:xfrm>
            <a:off x="1817725" y="0"/>
            <a:ext cx="7326300" cy="3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txBox="1">
            <a:spLocks noGrp="1"/>
          </p:cNvSpPr>
          <p:nvPr>
            <p:ph type="body" idx="1"/>
          </p:nvPr>
        </p:nvSpPr>
        <p:spPr>
          <a:xfrm>
            <a:off x="4579525" y="2388200"/>
            <a:ext cx="3932700" cy="21309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23850" rtl="0">
              <a:spcBef>
                <a:spcPts val="1600"/>
              </a:spcBef>
              <a:spcAft>
                <a:spcPts val="0"/>
              </a:spcAft>
              <a:buSzPts val="1500"/>
              <a:buChar char="■"/>
              <a:defRPr/>
            </a:lvl3pPr>
            <a:lvl4pPr marL="1828800" lvl="3" indent="-323850" rtl="0">
              <a:spcBef>
                <a:spcPts val="1600"/>
              </a:spcBef>
              <a:spcAft>
                <a:spcPts val="0"/>
              </a:spcAft>
              <a:buSzPts val="15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1150" rtl="0">
              <a:spcBef>
                <a:spcPts val="1600"/>
              </a:spcBef>
              <a:spcAft>
                <a:spcPts val="0"/>
              </a:spcAft>
              <a:buSzPts val="1300"/>
              <a:buChar char="●"/>
              <a:defRPr/>
            </a:lvl7pPr>
            <a:lvl8pPr marL="3657600" lvl="7" indent="-311150" rtl="0">
              <a:spcBef>
                <a:spcPts val="1600"/>
              </a:spcBef>
              <a:spcAft>
                <a:spcPts val="0"/>
              </a:spcAft>
              <a:buSzPts val="1300"/>
              <a:buChar char="○"/>
              <a:defRPr/>
            </a:lvl8pPr>
            <a:lvl9pPr marL="4114800" lvl="8" indent="-317500" rtl="0">
              <a:spcBef>
                <a:spcPts val="1600"/>
              </a:spcBef>
              <a:spcAft>
                <a:spcPts val="1600"/>
              </a:spcAft>
              <a:buSzPts val="1400"/>
              <a:buChar char="■"/>
              <a:defRPr/>
            </a:lvl9pPr>
          </a:lstStyle>
          <a:p>
            <a:endParaRPr/>
          </a:p>
        </p:txBody>
      </p:sp>
      <p:sp>
        <p:nvSpPr>
          <p:cNvPr id="241" name="Google Shape;241;p19"/>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3000">
                <a:solidFill>
                  <a:schemeClr val="dk2"/>
                </a:solidFill>
              </a:defRPr>
            </a:lvl1pPr>
            <a:lvl2pPr lvl="1" algn="r" rtl="0">
              <a:spcBef>
                <a:spcPts val="0"/>
              </a:spcBef>
              <a:spcAft>
                <a:spcPts val="0"/>
              </a:spcAft>
              <a:buNone/>
              <a:defRPr sz="3000"/>
            </a:lvl2pPr>
            <a:lvl3pPr lvl="2" algn="r" rtl="0">
              <a:spcBef>
                <a:spcPts val="0"/>
              </a:spcBef>
              <a:spcAft>
                <a:spcPts val="0"/>
              </a:spcAft>
              <a:buNone/>
              <a:defRPr sz="3000"/>
            </a:lvl3pPr>
            <a:lvl4pPr lvl="3" algn="r" rtl="0">
              <a:spcBef>
                <a:spcPts val="0"/>
              </a:spcBef>
              <a:spcAft>
                <a:spcPts val="0"/>
              </a:spcAft>
              <a:buNone/>
              <a:defRPr sz="3000"/>
            </a:lvl4pPr>
            <a:lvl5pPr lvl="4" algn="r" rtl="0">
              <a:spcBef>
                <a:spcPts val="0"/>
              </a:spcBef>
              <a:spcAft>
                <a:spcPts val="0"/>
              </a:spcAft>
              <a:buNone/>
              <a:defRPr sz="3000"/>
            </a:lvl5pPr>
            <a:lvl6pPr lvl="5" algn="r" rtl="0">
              <a:spcBef>
                <a:spcPts val="0"/>
              </a:spcBef>
              <a:spcAft>
                <a:spcPts val="0"/>
              </a:spcAft>
              <a:buNone/>
              <a:defRPr sz="3000"/>
            </a:lvl6pPr>
            <a:lvl7pPr lvl="6" algn="r" rtl="0">
              <a:spcBef>
                <a:spcPts val="0"/>
              </a:spcBef>
              <a:spcAft>
                <a:spcPts val="0"/>
              </a:spcAft>
              <a:buNone/>
              <a:defRPr sz="3000"/>
            </a:lvl7pPr>
            <a:lvl8pPr lvl="7" algn="r" rtl="0">
              <a:spcBef>
                <a:spcPts val="0"/>
              </a:spcBef>
              <a:spcAft>
                <a:spcPts val="0"/>
              </a:spcAft>
              <a:buNone/>
              <a:defRPr sz="3000"/>
            </a:lvl8pPr>
            <a:lvl9pPr lvl="8" algn="r" rtl="0">
              <a:spcBef>
                <a:spcPts val="0"/>
              </a:spcBef>
              <a:spcAft>
                <a:spcPts val="0"/>
              </a:spcAft>
              <a:buNone/>
              <a:defRPr sz="3000"/>
            </a:lvl9pPr>
          </a:lstStyle>
          <a:p>
            <a:endParaRPr/>
          </a:p>
        </p:txBody>
      </p:sp>
      <p:sp>
        <p:nvSpPr>
          <p:cNvPr id="242" name="Google Shape;242;p19"/>
          <p:cNvSpPr/>
          <p:nvPr/>
        </p:nvSpPr>
        <p:spPr>
          <a:xfrm>
            <a:off x="0" y="2156637"/>
            <a:ext cx="2107897" cy="128764"/>
          </a:xfrm>
          <a:custGeom>
            <a:avLst/>
            <a:gdLst/>
            <a:ahLst/>
            <a:cxnLst/>
            <a:rect l="l" t="t" r="r" b="b"/>
            <a:pathLst>
              <a:path w="135840" h="8298" extrusionOk="0">
                <a:moveTo>
                  <a:pt x="1" y="1"/>
                </a:moveTo>
                <a:lnTo>
                  <a:pt x="1" y="8298"/>
                </a:lnTo>
                <a:lnTo>
                  <a:pt x="135840" y="8298"/>
                </a:lnTo>
                <a:lnTo>
                  <a:pt x="1358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2107970" y="2156637"/>
            <a:ext cx="1115538" cy="128764"/>
          </a:xfrm>
          <a:custGeom>
            <a:avLst/>
            <a:gdLst/>
            <a:ahLst/>
            <a:cxnLst/>
            <a:rect l="l" t="t" r="r" b="b"/>
            <a:pathLst>
              <a:path w="71889" h="8298" extrusionOk="0">
                <a:moveTo>
                  <a:pt x="1" y="1"/>
                </a:moveTo>
                <a:lnTo>
                  <a:pt x="1" y="8298"/>
                </a:lnTo>
                <a:lnTo>
                  <a:pt x="71889" y="8298"/>
                </a:lnTo>
                <a:lnTo>
                  <a:pt x="71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430892" y="2369856"/>
            <a:ext cx="1645026" cy="128764"/>
          </a:xfrm>
          <a:custGeom>
            <a:avLst/>
            <a:gdLst/>
            <a:ahLst/>
            <a:cxnLst/>
            <a:rect l="l" t="t" r="r" b="b"/>
            <a:pathLst>
              <a:path w="106011" h="8298" extrusionOk="0">
                <a:moveTo>
                  <a:pt x="1" y="1"/>
                </a:moveTo>
                <a:lnTo>
                  <a:pt x="1" y="8297"/>
                </a:lnTo>
                <a:lnTo>
                  <a:pt x="106011" y="8297"/>
                </a:lnTo>
                <a:lnTo>
                  <a:pt x="1060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1597826" y="2369856"/>
            <a:ext cx="478141" cy="128764"/>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2665754" y="2369856"/>
            <a:ext cx="557777" cy="128764"/>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0" y="3222713"/>
            <a:ext cx="1472750" cy="128392"/>
          </a:xfrm>
          <a:custGeom>
            <a:avLst/>
            <a:gdLst/>
            <a:ahLst/>
            <a:cxnLst/>
            <a:rect l="l" t="t" r="r" b="b"/>
            <a:pathLst>
              <a:path w="94909" h="8274" extrusionOk="0">
                <a:moveTo>
                  <a:pt x="1" y="1"/>
                </a:moveTo>
                <a:lnTo>
                  <a:pt x="1" y="8274"/>
                </a:lnTo>
                <a:lnTo>
                  <a:pt x="94908" y="8274"/>
                </a:lnTo>
                <a:lnTo>
                  <a:pt x="9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2202118" y="2369856"/>
            <a:ext cx="128764" cy="128764"/>
          </a:xfrm>
          <a:custGeom>
            <a:avLst/>
            <a:gdLst/>
            <a:ahLst/>
            <a:cxnLst/>
            <a:rect l="l" t="t" r="r" b="b"/>
            <a:pathLst>
              <a:path w="8298"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2406772"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2061089" y="2796292"/>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1856436" y="2796292"/>
            <a:ext cx="128376" cy="128749"/>
          </a:xfrm>
          <a:custGeom>
            <a:avLst/>
            <a:gdLst/>
            <a:ahLst/>
            <a:cxnLst/>
            <a:rect l="l" t="t" r="r" b="b"/>
            <a:pathLst>
              <a:path w="8273" h="8297" extrusionOk="0">
                <a:moveTo>
                  <a:pt x="0" y="0"/>
                </a:moveTo>
                <a:lnTo>
                  <a:pt x="0" y="8297"/>
                </a:lnTo>
                <a:lnTo>
                  <a:pt x="8273" y="8297"/>
                </a:lnTo>
                <a:lnTo>
                  <a:pt x="8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641505" y="2796292"/>
            <a:ext cx="128764" cy="128749"/>
          </a:xfrm>
          <a:custGeom>
            <a:avLst/>
            <a:gdLst/>
            <a:ahLst/>
            <a:cxnLst/>
            <a:rect l="l" t="t" r="r" b="b"/>
            <a:pathLst>
              <a:path w="8298" h="8297" extrusionOk="0">
                <a:moveTo>
                  <a:pt x="1" y="0"/>
                </a:moveTo>
                <a:lnTo>
                  <a:pt x="1"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3094800" y="2583074"/>
            <a:ext cx="128749" cy="128764"/>
          </a:xfrm>
          <a:custGeom>
            <a:avLst/>
            <a:gdLst/>
            <a:ahLst/>
            <a:cxnLst/>
            <a:rect l="l" t="t" r="r" b="b"/>
            <a:pathLst>
              <a:path w="8297" h="8298"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191634"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1339573" y="3009138"/>
            <a:ext cx="1644653" cy="128749"/>
          </a:xfrm>
          <a:custGeom>
            <a:avLst/>
            <a:gdLst/>
            <a:ahLst/>
            <a:cxnLst/>
            <a:rect l="l" t="t" r="r" b="b"/>
            <a:pathLst>
              <a:path w="105987" h="8297" extrusionOk="0">
                <a:moveTo>
                  <a:pt x="1" y="0"/>
                </a:moveTo>
                <a:lnTo>
                  <a:pt x="1" y="8297"/>
                </a:lnTo>
                <a:lnTo>
                  <a:pt x="105987" y="8297"/>
                </a:lnTo>
                <a:lnTo>
                  <a:pt x="1059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1339573" y="3009138"/>
            <a:ext cx="478156" cy="128749"/>
          </a:xfrm>
          <a:custGeom>
            <a:avLst/>
            <a:gdLst/>
            <a:ahLst/>
            <a:cxnLst/>
            <a:rect l="l" t="t" r="r" b="b"/>
            <a:pathLst>
              <a:path w="30814" h="8297" extrusionOk="0">
                <a:moveTo>
                  <a:pt x="1" y="0"/>
                </a:moveTo>
                <a:lnTo>
                  <a:pt x="1" y="8297"/>
                </a:lnTo>
                <a:lnTo>
                  <a:pt x="30813" y="8297"/>
                </a:lnTo>
                <a:lnTo>
                  <a:pt x="308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0" y="3009510"/>
            <a:ext cx="749775" cy="128376"/>
          </a:xfrm>
          <a:custGeom>
            <a:avLst/>
            <a:gdLst/>
            <a:ahLst/>
            <a:cxnLst/>
            <a:rect l="l" t="t" r="r" b="b"/>
            <a:pathLst>
              <a:path w="48318" h="8273" extrusionOk="0">
                <a:moveTo>
                  <a:pt x="1" y="0"/>
                </a:moveTo>
                <a:lnTo>
                  <a:pt x="1" y="8273"/>
                </a:lnTo>
                <a:lnTo>
                  <a:pt x="48318" y="8273"/>
                </a:lnTo>
                <a:lnTo>
                  <a:pt x="48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1084687" y="3009138"/>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879662"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533979"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338622"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142891" y="3435558"/>
            <a:ext cx="128764" cy="128764"/>
          </a:xfrm>
          <a:custGeom>
            <a:avLst/>
            <a:gdLst/>
            <a:ahLst/>
            <a:cxnLst/>
            <a:rect l="l" t="t" r="r" b="b"/>
            <a:pathLst>
              <a:path w="8298" h="8298" extrusionOk="0">
                <a:moveTo>
                  <a:pt x="0" y="1"/>
                </a:moveTo>
                <a:lnTo>
                  <a:pt x="0"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3094800"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1676332" y="2583074"/>
            <a:ext cx="1314984" cy="128764"/>
          </a:xfrm>
          <a:custGeom>
            <a:avLst/>
            <a:gdLst/>
            <a:ahLst/>
            <a:cxnLst/>
            <a:rect l="l" t="t" r="r" b="b"/>
            <a:pathLst>
              <a:path w="84742" h="8298" extrusionOk="0">
                <a:moveTo>
                  <a:pt x="1" y="0"/>
                </a:moveTo>
                <a:lnTo>
                  <a:pt x="1" y="8297"/>
                </a:lnTo>
                <a:lnTo>
                  <a:pt x="84741" y="8297"/>
                </a:lnTo>
                <a:lnTo>
                  <a:pt x="84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2267232" y="2796292"/>
            <a:ext cx="956281" cy="128749"/>
          </a:xfrm>
          <a:custGeom>
            <a:avLst/>
            <a:gdLst/>
            <a:ahLst/>
            <a:cxnLst/>
            <a:rect l="l" t="t" r="r" b="b"/>
            <a:pathLst>
              <a:path w="61626" h="8297" extrusionOk="0">
                <a:moveTo>
                  <a:pt x="1" y="0"/>
                </a:moveTo>
                <a:lnTo>
                  <a:pt x="1" y="8297"/>
                </a:lnTo>
                <a:lnTo>
                  <a:pt x="61626" y="8297"/>
                </a:lnTo>
                <a:lnTo>
                  <a:pt x="61626"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641505" y="2796292"/>
            <a:ext cx="896384" cy="128749"/>
          </a:xfrm>
          <a:custGeom>
            <a:avLst/>
            <a:gdLst/>
            <a:ahLst/>
            <a:cxnLst/>
            <a:rect l="l" t="t" r="r" b="b"/>
            <a:pathLst>
              <a:path w="57766" h="8297" extrusionOk="0">
                <a:moveTo>
                  <a:pt x="1" y="0"/>
                </a:moveTo>
                <a:lnTo>
                  <a:pt x="1" y="8297"/>
                </a:lnTo>
                <a:lnTo>
                  <a:pt x="57765" y="8297"/>
                </a:lnTo>
                <a:lnTo>
                  <a:pt x="57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0" y="2796292"/>
            <a:ext cx="449495" cy="128749"/>
          </a:xfrm>
          <a:custGeom>
            <a:avLst/>
            <a:gdLst/>
            <a:ahLst/>
            <a:cxnLst/>
            <a:rect l="l" t="t" r="r" b="b"/>
            <a:pathLst>
              <a:path w="28967" h="8297" extrusionOk="0">
                <a:moveTo>
                  <a:pt x="1" y="0"/>
                </a:moveTo>
                <a:lnTo>
                  <a:pt x="1" y="8297"/>
                </a:lnTo>
                <a:lnTo>
                  <a:pt x="28967" y="8297"/>
                </a:lnTo>
                <a:lnTo>
                  <a:pt x="28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1676332" y="3222340"/>
            <a:ext cx="1547157" cy="128764"/>
          </a:xfrm>
          <a:custGeom>
            <a:avLst/>
            <a:gdLst/>
            <a:ahLst/>
            <a:cxnLst/>
            <a:rect l="l" t="t" r="r" b="b"/>
            <a:pathLst>
              <a:path w="99704" h="8298" extrusionOk="0">
                <a:moveTo>
                  <a:pt x="1" y="1"/>
                </a:moveTo>
                <a:lnTo>
                  <a:pt x="1" y="8298"/>
                </a:lnTo>
                <a:lnTo>
                  <a:pt x="99704" y="8298"/>
                </a:lnTo>
                <a:lnTo>
                  <a:pt x="99704"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2522506" y="3435558"/>
            <a:ext cx="701019" cy="128764"/>
          </a:xfrm>
          <a:custGeom>
            <a:avLst/>
            <a:gdLst/>
            <a:ahLst/>
            <a:cxnLst/>
            <a:rect l="l" t="t" r="r" b="b"/>
            <a:pathLst>
              <a:path w="45176" h="8298" extrusionOk="0">
                <a:moveTo>
                  <a:pt x="0" y="1"/>
                </a:moveTo>
                <a:lnTo>
                  <a:pt x="0" y="8297"/>
                </a:lnTo>
                <a:lnTo>
                  <a:pt x="45176" y="8297"/>
                </a:lnTo>
                <a:lnTo>
                  <a:pt x="451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0" y="2583074"/>
            <a:ext cx="1277773" cy="128764"/>
          </a:xfrm>
          <a:custGeom>
            <a:avLst/>
            <a:gdLst/>
            <a:ahLst/>
            <a:cxnLst/>
            <a:rect l="l" t="t" r="r" b="b"/>
            <a:pathLst>
              <a:path w="82344" h="8298" extrusionOk="0">
                <a:moveTo>
                  <a:pt x="1" y="0"/>
                </a:moveTo>
                <a:lnTo>
                  <a:pt x="1" y="8297"/>
                </a:lnTo>
                <a:lnTo>
                  <a:pt x="82343" y="8297"/>
                </a:lnTo>
                <a:lnTo>
                  <a:pt x="823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812313" y="3435558"/>
            <a:ext cx="1562783" cy="128764"/>
          </a:xfrm>
          <a:custGeom>
            <a:avLst/>
            <a:gdLst/>
            <a:ahLst/>
            <a:cxnLst/>
            <a:rect l="l" t="t" r="r" b="b"/>
            <a:pathLst>
              <a:path w="100711" h="8298" extrusionOk="0">
                <a:moveTo>
                  <a:pt x="0" y="1"/>
                </a:moveTo>
                <a:lnTo>
                  <a:pt x="0" y="8297"/>
                </a:lnTo>
                <a:lnTo>
                  <a:pt x="100710" y="8297"/>
                </a:lnTo>
                <a:lnTo>
                  <a:pt x="100710"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3223538" y="1474200"/>
            <a:ext cx="1086520" cy="2772465"/>
          </a:xfrm>
          <a:custGeom>
            <a:avLst/>
            <a:gdLst/>
            <a:ahLst/>
            <a:cxnLst/>
            <a:rect l="l" t="t" r="r" b="b"/>
            <a:pathLst>
              <a:path w="70019" h="178667" extrusionOk="0">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12" y="4446900"/>
            <a:ext cx="1086600" cy="696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s">
  <p:cSld name="CUSTOM_10">
    <p:spTree>
      <p:nvGrpSpPr>
        <p:cNvPr id="1" name="Shape 284"/>
        <p:cNvGrpSpPr/>
        <p:nvPr/>
      </p:nvGrpSpPr>
      <p:grpSpPr>
        <a:xfrm>
          <a:off x="0" y="0"/>
          <a:ext cx="0" cy="0"/>
          <a:chOff x="0" y="0"/>
          <a:chExt cx="0" cy="0"/>
        </a:xfrm>
      </p:grpSpPr>
      <p:sp>
        <p:nvSpPr>
          <p:cNvPr id="285" name="Google Shape;285;p21"/>
          <p:cNvSpPr txBox="1">
            <a:spLocks noGrp="1"/>
          </p:cNvSpPr>
          <p:nvPr>
            <p:ph type="subTitle" idx="1"/>
          </p:nvPr>
        </p:nvSpPr>
        <p:spPr>
          <a:xfrm flipH="1">
            <a:off x="720000" y="1132375"/>
            <a:ext cx="7704000" cy="32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Roboto"/>
              <a:buAutoNum type="arabicPeriod"/>
              <a:defRPr sz="1200"/>
            </a:lvl1pPr>
            <a:lvl2pPr lvl="1" algn="ctr" rtl="0">
              <a:lnSpc>
                <a:spcPct val="100000"/>
              </a:lnSpc>
              <a:spcBef>
                <a:spcPts val="0"/>
              </a:spcBef>
              <a:spcAft>
                <a:spcPts val="0"/>
              </a:spcAft>
              <a:buSzPts val="1200"/>
              <a:buFont typeface="Roboto Condensed Light"/>
              <a:buAutoNum type="alphaLcPeriod"/>
              <a:defRPr sz="1200"/>
            </a:lvl2pPr>
            <a:lvl3pPr lvl="2" algn="ctr" rtl="0">
              <a:lnSpc>
                <a:spcPct val="100000"/>
              </a:lnSpc>
              <a:spcBef>
                <a:spcPts val="0"/>
              </a:spcBef>
              <a:spcAft>
                <a:spcPts val="0"/>
              </a:spcAft>
              <a:buSzPts val="1200"/>
              <a:buFont typeface="Roboto Condensed Light"/>
              <a:buAutoNum type="romanLcPeriod"/>
              <a:defRPr sz="1200"/>
            </a:lvl3pPr>
            <a:lvl4pPr lvl="3" algn="ctr" rtl="0">
              <a:lnSpc>
                <a:spcPct val="100000"/>
              </a:lnSpc>
              <a:spcBef>
                <a:spcPts val="0"/>
              </a:spcBef>
              <a:spcAft>
                <a:spcPts val="0"/>
              </a:spcAft>
              <a:buSzPts val="1200"/>
              <a:buFont typeface="Roboto Condensed Light"/>
              <a:buAutoNum type="arabicPeriod"/>
              <a:defRPr sz="1200"/>
            </a:lvl4pPr>
            <a:lvl5pPr lvl="4" algn="ctr" rtl="0">
              <a:lnSpc>
                <a:spcPct val="100000"/>
              </a:lnSpc>
              <a:spcBef>
                <a:spcPts val="0"/>
              </a:spcBef>
              <a:spcAft>
                <a:spcPts val="0"/>
              </a:spcAft>
              <a:buSzPts val="1200"/>
              <a:buFont typeface="Roboto Condensed Light"/>
              <a:buAutoNum type="alphaLcPeriod"/>
              <a:defRPr sz="1200"/>
            </a:lvl5pPr>
            <a:lvl6pPr lvl="5" algn="ctr" rtl="0">
              <a:lnSpc>
                <a:spcPct val="100000"/>
              </a:lnSpc>
              <a:spcBef>
                <a:spcPts val="0"/>
              </a:spcBef>
              <a:spcAft>
                <a:spcPts val="0"/>
              </a:spcAft>
              <a:buSzPts val="1200"/>
              <a:buFont typeface="Roboto Condensed Light"/>
              <a:buAutoNum type="romanLcPeriod"/>
              <a:defRPr sz="1200"/>
            </a:lvl6pPr>
            <a:lvl7pPr lvl="6" algn="ctr" rtl="0">
              <a:lnSpc>
                <a:spcPct val="100000"/>
              </a:lnSpc>
              <a:spcBef>
                <a:spcPts val="0"/>
              </a:spcBef>
              <a:spcAft>
                <a:spcPts val="0"/>
              </a:spcAft>
              <a:buSzPts val="1200"/>
              <a:buFont typeface="Roboto Condensed Light"/>
              <a:buAutoNum type="arabicPeriod"/>
              <a:defRPr sz="1200"/>
            </a:lvl7pPr>
            <a:lvl8pPr lvl="7" algn="ctr" rtl="0">
              <a:lnSpc>
                <a:spcPct val="100000"/>
              </a:lnSpc>
              <a:spcBef>
                <a:spcPts val="0"/>
              </a:spcBef>
              <a:spcAft>
                <a:spcPts val="0"/>
              </a:spcAft>
              <a:buSzPts val="1200"/>
              <a:buFont typeface="Roboto Condensed Light"/>
              <a:buAutoNum type="alphaLcPeriod"/>
              <a:defRPr sz="1200"/>
            </a:lvl8pPr>
            <a:lvl9pPr lvl="8" algn="ctr" rtl="0">
              <a:lnSpc>
                <a:spcPct val="100000"/>
              </a:lnSpc>
              <a:spcBef>
                <a:spcPts val="0"/>
              </a:spcBef>
              <a:spcAft>
                <a:spcPts val="0"/>
              </a:spcAft>
              <a:buSzPts val="1200"/>
              <a:buFont typeface="Roboto Condensed Light"/>
              <a:buAutoNum type="romanLcPeriod"/>
              <a:defRPr sz="1200"/>
            </a:lvl9pPr>
          </a:lstStyle>
          <a:p>
            <a:endParaRPr/>
          </a:p>
        </p:txBody>
      </p:sp>
      <p:sp>
        <p:nvSpPr>
          <p:cNvPr id="286" name="Google Shape;286;p21"/>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verpass Mono"/>
              <a:buNone/>
              <a:defRPr sz="2800" b="1">
                <a:solidFill>
                  <a:schemeClr val="lt1"/>
                </a:solidFill>
                <a:latin typeface="Overpass Mono"/>
                <a:ea typeface="Overpass Mono"/>
                <a:cs typeface="Overpass Mono"/>
                <a:sym typeface="Overpass Mon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Anaheim"/>
              <a:buChar char="●"/>
              <a:defRPr sz="1800">
                <a:solidFill>
                  <a:schemeClr val="lt1"/>
                </a:solidFill>
                <a:latin typeface="Anaheim"/>
                <a:ea typeface="Anaheim"/>
                <a:cs typeface="Anaheim"/>
                <a:sym typeface="Anaheim"/>
              </a:defRPr>
            </a:lvl1pPr>
            <a:lvl2pPr marL="914400" lvl="1"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9" r:id="rId5"/>
    <p:sldLayoutId id="2147483661" r:id="rId6"/>
    <p:sldLayoutId id="2147483665" r:id="rId7"/>
    <p:sldLayoutId id="214748366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tops-int.com/python-training-ahmedabad"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7"/>
          <p:cNvSpPr txBox="1">
            <a:spLocks noGrp="1"/>
          </p:cNvSpPr>
          <p:nvPr>
            <p:ph type="ctrTitle"/>
          </p:nvPr>
        </p:nvSpPr>
        <p:spPr>
          <a:xfrm>
            <a:off x="718575" y="1369045"/>
            <a:ext cx="7213074" cy="1910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dirty="0" smtClean="0"/>
              <a:t>PYTHON</a:t>
            </a:r>
            <a:endParaRPr dirty="0"/>
          </a:p>
        </p:txBody>
      </p:sp>
      <p:sp>
        <p:nvSpPr>
          <p:cNvPr id="335" name="Google Shape;335;p27"/>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sz="2100" dirty="0" smtClean="0">
                <a:solidFill>
                  <a:schemeClr val="dk2"/>
                </a:solidFill>
              </a:rPr>
              <a:t>Everything about python programming language.</a:t>
            </a:r>
            <a:endParaRPr sz="2100" dirty="0">
              <a:solidFill>
                <a:schemeClr val="dk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9"/>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CONTENTS</a:t>
            </a:r>
            <a:endParaRPr dirty="0"/>
          </a:p>
        </p:txBody>
      </p:sp>
      <p:sp>
        <p:nvSpPr>
          <p:cNvPr id="348" name="Google Shape;348;p29"/>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sz="3500" b="1"/>
              <a:t>01</a:t>
            </a:r>
            <a:endParaRPr sz="3500" b="1"/>
          </a:p>
        </p:txBody>
      </p:sp>
      <p:sp>
        <p:nvSpPr>
          <p:cNvPr id="349" name="Google Shape;349;p29"/>
          <p:cNvSpPr txBox="1">
            <a:spLocks noGrp="1"/>
          </p:cNvSpPr>
          <p:nvPr>
            <p:ph type="subTitle" idx="1"/>
          </p:nvPr>
        </p:nvSpPr>
        <p:spPr>
          <a:xfrm flipH="1">
            <a:off x="1489753" y="2162325"/>
            <a:ext cx="2863948"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dirty="0" smtClean="0"/>
              <a:t>What is Python?</a:t>
            </a:r>
            <a:endParaRPr sz="2200" b="1" dirty="0">
              <a:latin typeface="Overpass Mono"/>
              <a:ea typeface="Overpass Mono"/>
              <a:cs typeface="Overpass Mono"/>
              <a:sym typeface="Overpass Mono"/>
            </a:endParaRPr>
          </a:p>
        </p:txBody>
      </p:sp>
      <p:sp>
        <p:nvSpPr>
          <p:cNvPr id="350" name="Google Shape;350;p29"/>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sz="3500" b="1"/>
              <a:t>03</a:t>
            </a:r>
            <a:endParaRPr sz="3500" b="1"/>
          </a:p>
        </p:txBody>
      </p:sp>
      <p:sp>
        <p:nvSpPr>
          <p:cNvPr id="351" name="Google Shape;351;p29"/>
          <p:cNvSpPr txBox="1">
            <a:spLocks noGrp="1"/>
          </p:cNvSpPr>
          <p:nvPr>
            <p:ph type="subTitle" idx="3"/>
          </p:nvPr>
        </p:nvSpPr>
        <p:spPr>
          <a:xfrm flipH="1">
            <a:off x="5548045" y="2163531"/>
            <a:ext cx="2486346" cy="651588"/>
          </a:xfrm>
          <a:prstGeom prst="rect">
            <a:avLst/>
          </a:prstGeom>
        </p:spPr>
        <p:txBody>
          <a:bodyPr spcFirstLastPara="1" wrap="square" lIns="91425" tIns="0" rIns="91425" bIns="0" anchor="t" anchorCtr="0">
            <a:noAutofit/>
          </a:bodyPr>
          <a:lstStyle/>
          <a:p>
            <a:pPr marL="0" lvl="0" indent="0" algn="r" rtl="0">
              <a:spcBef>
                <a:spcPts val="0"/>
              </a:spcBef>
              <a:spcAft>
                <a:spcPts val="0"/>
              </a:spcAft>
              <a:buNone/>
            </a:pPr>
            <a:r>
              <a:rPr lang="en" dirty="0" smtClean="0"/>
              <a:t>Advantages &amp; Disadvantages</a:t>
            </a:r>
            <a:endParaRPr sz="2200" b="1" dirty="0">
              <a:latin typeface="Overpass Mono"/>
              <a:ea typeface="Overpass Mono"/>
              <a:cs typeface="Overpass Mono"/>
              <a:sym typeface="Overpass Mono"/>
            </a:endParaRPr>
          </a:p>
        </p:txBody>
      </p:sp>
      <p:sp>
        <p:nvSpPr>
          <p:cNvPr id="352" name="Google Shape;352;p29"/>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dirty="0"/>
              <a:t>02</a:t>
            </a:r>
            <a:endParaRPr dirty="0"/>
          </a:p>
        </p:txBody>
      </p:sp>
      <p:sp>
        <p:nvSpPr>
          <p:cNvPr id="354" name="Google Shape;354;p29"/>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a:t>04</a:t>
            </a:r>
            <a:endParaRPr/>
          </a:p>
        </p:txBody>
      </p:sp>
      <p:sp>
        <p:nvSpPr>
          <p:cNvPr id="355" name="Google Shape;355;p29"/>
          <p:cNvSpPr txBox="1">
            <a:spLocks noGrp="1"/>
          </p:cNvSpPr>
          <p:nvPr>
            <p:ph type="subTitle" idx="9"/>
          </p:nvPr>
        </p:nvSpPr>
        <p:spPr>
          <a:xfrm flipH="1">
            <a:off x="5322013" y="3572262"/>
            <a:ext cx="2712378" cy="649211"/>
          </a:xfrm>
          <a:prstGeom prst="rect">
            <a:avLst/>
          </a:prstGeom>
        </p:spPr>
        <p:txBody>
          <a:bodyPr spcFirstLastPara="1" wrap="square" lIns="91425" tIns="0" rIns="91425" bIns="0" anchor="t" anchorCtr="0">
            <a:noAutofit/>
          </a:bodyPr>
          <a:lstStyle/>
          <a:p>
            <a:pPr marL="0" lvl="0" indent="0" algn="r" rtl="0">
              <a:spcBef>
                <a:spcPts val="0"/>
              </a:spcBef>
              <a:spcAft>
                <a:spcPts val="0"/>
              </a:spcAft>
              <a:buNone/>
            </a:pPr>
            <a:r>
              <a:rPr lang="en" dirty="0" smtClean="0"/>
              <a:t>Scope &amp; Future of Python</a:t>
            </a:r>
            <a:endParaRPr dirty="0"/>
          </a:p>
          <a:p>
            <a:pPr marL="0" lvl="0" indent="0" algn="r" rtl="0">
              <a:spcBef>
                <a:spcPts val="0"/>
              </a:spcBef>
              <a:spcAft>
                <a:spcPts val="0"/>
              </a:spcAft>
              <a:buNone/>
            </a:pPr>
            <a:endParaRPr dirty="0"/>
          </a:p>
          <a:p>
            <a:pPr marL="0" lvl="0" indent="0" algn="r" rtl="0">
              <a:spcBef>
                <a:spcPts val="0"/>
              </a:spcBef>
              <a:spcAft>
                <a:spcPts val="0"/>
              </a:spcAft>
              <a:buNone/>
            </a:pPr>
            <a:endParaRPr dirty="0"/>
          </a:p>
        </p:txBody>
      </p:sp>
      <p:sp>
        <p:nvSpPr>
          <p:cNvPr id="2" name="Subtitle 1"/>
          <p:cNvSpPr>
            <a:spLocks noGrp="1"/>
          </p:cNvSpPr>
          <p:nvPr>
            <p:ph type="subTitle" idx="7"/>
          </p:nvPr>
        </p:nvSpPr>
        <p:spPr>
          <a:xfrm flipH="1">
            <a:off x="1799383" y="3572262"/>
            <a:ext cx="1950684" cy="427806"/>
          </a:xfrm>
        </p:spPr>
        <p:txBody>
          <a:bodyPr/>
          <a:lstStyle/>
          <a:p>
            <a:r>
              <a:rPr lang="en-US" dirty="0" smtClean="0"/>
              <a:t>Features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8"/>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WHAT IS PYTHON?</a:t>
            </a:r>
            <a:endParaRPr dirty="0"/>
          </a:p>
        </p:txBody>
      </p:sp>
      <p:sp>
        <p:nvSpPr>
          <p:cNvPr id="341" name="Google Shape;341;p28"/>
          <p:cNvSpPr txBox="1">
            <a:spLocks noGrp="1"/>
          </p:cNvSpPr>
          <p:nvPr>
            <p:ph type="subTitle" idx="1"/>
          </p:nvPr>
        </p:nvSpPr>
        <p:spPr>
          <a:xfrm flipH="1">
            <a:off x="720000" y="1132375"/>
            <a:ext cx="7704000" cy="3294000"/>
          </a:xfrm>
          <a:prstGeom prst="rect">
            <a:avLst/>
          </a:prstGeom>
        </p:spPr>
        <p:txBody>
          <a:bodyPr spcFirstLastPara="1" wrap="square" lIns="91425" tIns="91425" rIns="91425" bIns="91425" anchor="t" anchorCtr="0">
            <a:noAutofit/>
          </a:bodyPr>
          <a:lstStyle/>
          <a:p>
            <a:pPr marL="285750" lvl="0" indent="-285750" algn="just">
              <a:buFont typeface="Wingdings" panose="05000000000000000000" pitchFamily="2" charset="2"/>
              <a:buChar char="Ø"/>
            </a:pPr>
            <a:r>
              <a:rPr lang="en-US" sz="1600" dirty="0"/>
              <a:t>Python is used for server-side web development, software development, mathematics, and system scripting, and is popular for Rapid Application Development and as a scripting or glue language to tie existing components because of its high-level, built-in data structures, dynamic typing, and </a:t>
            </a:r>
            <a:r>
              <a:rPr lang="en-US" sz="1600" dirty="0" smtClean="0"/>
              <a:t>dynamic </a:t>
            </a:r>
            <a:r>
              <a:rPr lang="en-US" sz="1600" dirty="0"/>
              <a:t>binding</a:t>
            </a:r>
            <a:r>
              <a:rPr lang="en-US" sz="1600" dirty="0" smtClean="0"/>
              <a:t>.</a:t>
            </a:r>
          </a:p>
          <a:p>
            <a:pPr marL="285750" lvl="0" indent="-285750" algn="just">
              <a:buFont typeface="Wingdings" panose="05000000000000000000" pitchFamily="2" charset="2"/>
              <a:buChar char="Ø"/>
            </a:pPr>
            <a:endParaRPr lang="en-US" sz="1600" dirty="0"/>
          </a:p>
          <a:p>
            <a:pPr marL="285750" lvl="0" indent="-285750" algn="just">
              <a:buFont typeface="Wingdings" panose="05000000000000000000" pitchFamily="2" charset="2"/>
              <a:buChar char="Ø"/>
            </a:pPr>
            <a:r>
              <a:rPr lang="en-US" sz="1600" dirty="0"/>
              <a:t>Python can connect to database systems. It can also read and modify files. Python can be used to handle big data and perform complex mathematics. Python can be used for rapid prototyping, or for production-ready software development</a:t>
            </a:r>
            <a:r>
              <a:rPr lang="en-US" sz="1600" dirty="0" smtClean="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30"/>
          <p:cNvPicPr preferRelativeResize="0"/>
          <p:nvPr/>
        </p:nvPicPr>
        <p:blipFill rotWithShape="1">
          <a:blip r:embed="rId3">
            <a:alphaModFix/>
          </a:blip>
          <a:srcRect l="24495" t="18187" r="9353" b="4812"/>
          <a:stretch/>
        </p:blipFill>
        <p:spPr>
          <a:xfrm>
            <a:off x="5353050" y="1809750"/>
            <a:ext cx="3324251" cy="2581274"/>
          </a:xfrm>
          <a:prstGeom prst="rect">
            <a:avLst/>
          </a:prstGeom>
          <a:noFill/>
          <a:ln>
            <a:noFill/>
          </a:ln>
        </p:spPr>
      </p:pic>
      <p:sp>
        <p:nvSpPr>
          <p:cNvPr id="361" name="Google Shape;361;p30"/>
          <p:cNvSpPr txBox="1">
            <a:spLocks noGrp="1"/>
          </p:cNvSpPr>
          <p:nvPr>
            <p:ph type="body" idx="1"/>
          </p:nvPr>
        </p:nvSpPr>
        <p:spPr>
          <a:xfrm>
            <a:off x="609499" y="1973025"/>
            <a:ext cx="3512700" cy="2130900"/>
          </a:xfrm>
          <a:prstGeom prst="rect">
            <a:avLst/>
          </a:prstGeom>
        </p:spPr>
        <p:txBody>
          <a:bodyPr spcFirstLastPara="1" wrap="square" lIns="91425" tIns="91425" rIns="91425" bIns="91425" anchor="t" anchorCtr="0">
            <a:noAutofit/>
          </a:bodyPr>
          <a:lstStyle/>
          <a:p>
            <a:pPr marL="0" indent="0" algn="just">
              <a:buNone/>
            </a:pPr>
            <a:r>
              <a:rPr lang="en-US" dirty="0"/>
              <a:t>Python was created by Guido van Rossum, and first released on February 20, 1991. While you may know the python as a large snake, the name of the Python programming language comes from an old BBC television comedy sketch series called Monty Python's Flying Circus.</a:t>
            </a:r>
          </a:p>
          <a:p>
            <a:pPr marL="0" lvl="0" indent="0" algn="just" rtl="0">
              <a:spcBef>
                <a:spcPts val="0"/>
              </a:spcBef>
              <a:spcAft>
                <a:spcPts val="0"/>
              </a:spcAft>
              <a:buNone/>
            </a:pPr>
            <a:endParaRPr dirty="0"/>
          </a:p>
        </p:txBody>
      </p:sp>
      <p:sp>
        <p:nvSpPr>
          <p:cNvPr id="362" name="Google Shape;362;p30"/>
          <p:cNvSpPr txBox="1">
            <a:spLocks noGrp="1"/>
          </p:cNvSpPr>
          <p:nvPr>
            <p:ph type="title"/>
          </p:nvPr>
        </p:nvSpPr>
        <p:spPr>
          <a:xfrm>
            <a:off x="560825" y="1168325"/>
            <a:ext cx="6045458"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t>WHEN WAS PYTHON CREATED?</a:t>
            </a:r>
            <a:endParaRPr dirty="0">
              <a:solidFill>
                <a:schemeClr val="dk2"/>
              </a:solidFill>
            </a:endParaRPr>
          </a:p>
        </p:txBody>
      </p:sp>
      <p:sp>
        <p:nvSpPr>
          <p:cNvPr id="363" name="Google Shape;363;p30"/>
          <p:cNvSpPr/>
          <p:nvPr/>
        </p:nvSpPr>
        <p:spPr>
          <a:xfrm>
            <a:off x="7524751" y="3887550"/>
            <a:ext cx="161928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p53"/>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FEATURES</a:t>
            </a:r>
            <a:endParaRPr dirty="0"/>
          </a:p>
        </p:txBody>
      </p:sp>
      <p:sp>
        <p:nvSpPr>
          <p:cNvPr id="920" name="Google Shape;920;p53"/>
          <p:cNvSpPr txBox="1"/>
          <p:nvPr/>
        </p:nvSpPr>
        <p:spPr>
          <a:xfrm>
            <a:off x="754541" y="1134000"/>
            <a:ext cx="7701089" cy="3015000"/>
          </a:xfrm>
          <a:prstGeom prst="rect">
            <a:avLst/>
          </a:prstGeom>
          <a:noFill/>
          <a:ln>
            <a:noFill/>
          </a:ln>
        </p:spPr>
        <p:txBody>
          <a:bodyPr spcFirstLastPara="1" wrap="square" lIns="91425" tIns="91425" rIns="91425" bIns="91425" anchor="t" anchorCtr="0">
            <a:noAutofit/>
          </a:bodyPr>
          <a:lstStyle/>
          <a:p>
            <a:pPr marL="285750" lvl="0" indent="-285750" algn="just" rtl="0">
              <a:lnSpc>
                <a:spcPct val="115000"/>
              </a:lnSpc>
              <a:spcBef>
                <a:spcPts val="0"/>
              </a:spcBef>
              <a:spcAft>
                <a:spcPts val="0"/>
              </a:spcAft>
              <a:buFont typeface="Arial" panose="020B0604020202020204" pitchFamily="34" charset="0"/>
              <a:buChar char="•"/>
            </a:pPr>
            <a:r>
              <a:rPr lang="en-US" sz="1600" dirty="0" smtClean="0">
                <a:solidFill>
                  <a:schemeClr val="lt1"/>
                </a:solidFill>
                <a:latin typeface="Anaheim"/>
                <a:ea typeface="Anaheim"/>
                <a:cs typeface="Anaheim"/>
                <a:sym typeface="Anaheim"/>
              </a:rPr>
              <a:t>Uses an elegant syntax, making the programs you write easier to read.</a:t>
            </a:r>
            <a:endParaRPr lang="en-US" sz="1600" dirty="0">
              <a:solidFill>
                <a:schemeClr val="lt1"/>
              </a:solidFill>
              <a:latin typeface="Anaheim"/>
              <a:ea typeface="Anaheim"/>
              <a:cs typeface="Anaheim"/>
              <a:sym typeface="Anaheim"/>
            </a:endParaRPr>
          </a:p>
          <a:p>
            <a:pPr marL="285750" lvl="0" indent="-285750" algn="just" rtl="0">
              <a:lnSpc>
                <a:spcPct val="115000"/>
              </a:lnSpc>
              <a:spcBef>
                <a:spcPts val="0"/>
              </a:spcBef>
              <a:spcAft>
                <a:spcPts val="0"/>
              </a:spcAft>
              <a:buFont typeface="Arial" panose="020B0604020202020204" pitchFamily="34" charset="0"/>
              <a:buChar char="•"/>
            </a:pPr>
            <a:r>
              <a:rPr lang="en-US" sz="1600" dirty="0" smtClean="0">
                <a:solidFill>
                  <a:schemeClr val="lt1"/>
                </a:solidFill>
                <a:latin typeface="Anaheim"/>
                <a:ea typeface="Anaheim"/>
                <a:cs typeface="Anaheim"/>
                <a:sym typeface="Anaheim"/>
              </a:rPr>
              <a:t>Easy-to-use Language.</a:t>
            </a:r>
          </a:p>
          <a:p>
            <a:pPr marL="285750" lvl="0" indent="-285750" algn="just">
              <a:lnSpc>
                <a:spcPct val="115000"/>
              </a:lnSpc>
              <a:buFont typeface="Arial" panose="020B0604020202020204" pitchFamily="34" charset="0"/>
              <a:buChar char="•"/>
            </a:pPr>
            <a:r>
              <a:rPr lang="en-US" sz="1600" dirty="0" smtClean="0">
                <a:solidFill>
                  <a:schemeClr val="lt1"/>
                </a:solidFill>
                <a:latin typeface="Anaheim"/>
                <a:ea typeface="Anaheim"/>
                <a:cs typeface="Anaheim"/>
                <a:sym typeface="Anaheim"/>
              </a:rPr>
              <a:t>Comes with a large standard library that supports many common programming tasks such as connecting to web, searching text with </a:t>
            </a:r>
            <a:r>
              <a:rPr lang="en-US" sz="1600" dirty="0">
                <a:solidFill>
                  <a:schemeClr val="lt1"/>
                </a:solidFill>
                <a:latin typeface="Anaheim"/>
                <a:ea typeface="Anaheim"/>
                <a:cs typeface="Anaheim"/>
                <a:sym typeface="Anaheim"/>
              </a:rPr>
              <a:t> regular </a:t>
            </a:r>
            <a:r>
              <a:rPr lang="en-US" sz="1600" dirty="0" smtClean="0">
                <a:solidFill>
                  <a:schemeClr val="lt1"/>
                </a:solidFill>
                <a:latin typeface="Anaheim"/>
                <a:ea typeface="Anaheim"/>
                <a:cs typeface="Anaheim"/>
                <a:sym typeface="Anaheim"/>
              </a:rPr>
              <a:t>expressions, reading and modifying files.</a:t>
            </a:r>
          </a:p>
          <a:p>
            <a:pPr marL="285750" lvl="0" indent="-285750" algn="just">
              <a:lnSpc>
                <a:spcPct val="115000"/>
              </a:lnSpc>
              <a:buFont typeface="Arial" panose="020B0604020202020204" pitchFamily="34" charset="0"/>
              <a:buChar char="•"/>
            </a:pPr>
            <a:r>
              <a:rPr lang="en-US" sz="1600" dirty="0" smtClean="0">
                <a:solidFill>
                  <a:schemeClr val="lt1"/>
                </a:solidFill>
                <a:latin typeface="Anaheim"/>
                <a:ea typeface="Anaheim"/>
                <a:cs typeface="Anaheim"/>
                <a:sym typeface="Anaheim"/>
              </a:rPr>
              <a:t>Runs anywhere. Including Mac OS, Linux and Unix.</a:t>
            </a:r>
          </a:p>
          <a:p>
            <a:pPr marL="285750" lvl="0" indent="-285750" algn="just">
              <a:lnSpc>
                <a:spcPct val="115000"/>
              </a:lnSpc>
              <a:buFont typeface="Arial" panose="020B0604020202020204" pitchFamily="34" charset="0"/>
              <a:buChar char="•"/>
            </a:pPr>
            <a:r>
              <a:rPr lang="en-US" sz="1600" dirty="0" smtClean="0">
                <a:solidFill>
                  <a:schemeClr val="lt1"/>
                </a:solidFill>
                <a:latin typeface="Anaheim"/>
                <a:ea typeface="Anaheim"/>
                <a:cs typeface="Anaheim"/>
                <a:sym typeface="Anaheim"/>
              </a:rPr>
              <a:t>Free language in two ways: First, it doesn’t cost any penny and second can be freely modified and redistributed.</a:t>
            </a:r>
            <a:endParaRPr lang="en-US" sz="1600" dirty="0">
              <a:solidFill>
                <a:schemeClr val="lt1"/>
              </a:solidFill>
              <a:latin typeface="Anaheim"/>
              <a:ea typeface="Anaheim"/>
              <a:cs typeface="Anaheim"/>
              <a:sym typeface="Anaheim"/>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3"/>
          <p:cNvSpPr txBox="1">
            <a:spLocks noGrp="1"/>
          </p:cNvSpPr>
          <p:nvPr>
            <p:ph type="body" idx="1"/>
          </p:nvPr>
        </p:nvSpPr>
        <p:spPr>
          <a:xfrm>
            <a:off x="4579525" y="2388200"/>
            <a:ext cx="3932700" cy="2130900"/>
          </a:xfrm>
          <a:prstGeom prst="rect">
            <a:avLst/>
          </a:prstGeom>
        </p:spPr>
        <p:txBody>
          <a:bodyPr spcFirstLastPara="1" wrap="square" lIns="91425" tIns="91425" rIns="91425" bIns="91425" anchor="t" anchorCtr="0">
            <a:noAutofit/>
          </a:bodyPr>
          <a:lstStyle/>
          <a:p>
            <a:pPr marL="342900" indent="-342900" algn="l">
              <a:buFont typeface="+mj-lt"/>
              <a:buAutoNum type="arabicPeriod"/>
            </a:pPr>
            <a:r>
              <a:rPr lang="en-US" dirty="0"/>
              <a:t>Easy to Read, Learn and Write</a:t>
            </a:r>
          </a:p>
          <a:p>
            <a:pPr marL="342900" indent="-342900" algn="l">
              <a:buFont typeface="+mj-lt"/>
              <a:buAutoNum type="arabicPeriod"/>
            </a:pPr>
            <a:r>
              <a:rPr lang="en-US" dirty="0"/>
              <a:t>Improved Productivity</a:t>
            </a:r>
          </a:p>
          <a:p>
            <a:pPr marL="342900" indent="-342900" algn="l">
              <a:buFont typeface="+mj-lt"/>
              <a:buAutoNum type="arabicPeriod"/>
            </a:pPr>
            <a:r>
              <a:rPr lang="en-US" dirty="0"/>
              <a:t>Interpreted Language</a:t>
            </a:r>
          </a:p>
          <a:p>
            <a:pPr marL="342900" indent="-342900" algn="l">
              <a:buFont typeface="+mj-lt"/>
              <a:buAutoNum type="arabicPeriod"/>
            </a:pPr>
            <a:r>
              <a:rPr lang="en-US" dirty="0"/>
              <a:t>Dynamically Typed</a:t>
            </a:r>
          </a:p>
          <a:p>
            <a:pPr marL="342900" indent="-342900" algn="l">
              <a:buFont typeface="+mj-lt"/>
              <a:buAutoNum type="arabicPeriod"/>
            </a:pPr>
            <a:r>
              <a:rPr lang="en-US" dirty="0" smtClean="0"/>
              <a:t>Free </a:t>
            </a:r>
            <a:r>
              <a:rPr lang="en-US" dirty="0"/>
              <a:t>and Open-Source</a:t>
            </a:r>
          </a:p>
          <a:p>
            <a:pPr marL="342900" indent="-342900" algn="l">
              <a:buFont typeface="+mj-lt"/>
              <a:buAutoNum type="arabicPeriod"/>
            </a:pPr>
            <a:r>
              <a:rPr lang="en-US" dirty="0"/>
              <a:t>Vast Libraries Support</a:t>
            </a:r>
          </a:p>
          <a:p>
            <a:pPr marL="342900" indent="-342900" algn="l">
              <a:buFont typeface="+mj-lt"/>
              <a:buAutoNum type="arabicPeriod"/>
            </a:pPr>
            <a:r>
              <a:rPr lang="en-US" dirty="0"/>
              <a:t>Portability</a:t>
            </a:r>
          </a:p>
          <a:p>
            <a:pPr marL="342900" lvl="0" indent="-342900" algn="l" rtl="0">
              <a:spcBef>
                <a:spcPts val="0"/>
              </a:spcBef>
              <a:spcAft>
                <a:spcPts val="0"/>
              </a:spcAft>
              <a:buFont typeface="+mj-lt"/>
              <a:buAutoNum type="arabicPeriod"/>
            </a:pPr>
            <a:endParaRPr dirty="0"/>
          </a:p>
        </p:txBody>
      </p:sp>
      <p:sp>
        <p:nvSpPr>
          <p:cNvPr id="381" name="Google Shape;381;p33"/>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smtClean="0"/>
              <a:t>ADVANTAGES</a:t>
            </a:r>
            <a:endParaRP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pPr marL="469900" indent="-342900" algn="l">
              <a:buFont typeface="+mj-lt"/>
              <a:buAutoNum type="arabicPeriod"/>
            </a:pPr>
            <a:r>
              <a:rPr lang="en-US" dirty="0" smtClean="0"/>
              <a:t>Slow </a:t>
            </a:r>
            <a:r>
              <a:rPr lang="en-US" dirty="0"/>
              <a:t>Speed</a:t>
            </a:r>
          </a:p>
          <a:p>
            <a:pPr marL="469900" indent="-342900" algn="l">
              <a:buFont typeface="+mj-lt"/>
              <a:buAutoNum type="arabicPeriod"/>
            </a:pPr>
            <a:r>
              <a:rPr lang="en-US" dirty="0"/>
              <a:t>Not Memory Efficient</a:t>
            </a:r>
          </a:p>
          <a:p>
            <a:pPr marL="469900" indent="-342900" algn="l">
              <a:buFont typeface="+mj-lt"/>
              <a:buAutoNum type="arabicPeriod"/>
            </a:pPr>
            <a:r>
              <a:rPr lang="en-US" dirty="0"/>
              <a:t>Weak in Mobile Computing</a:t>
            </a:r>
          </a:p>
          <a:p>
            <a:pPr marL="469900" indent="-342900" algn="l">
              <a:buFont typeface="+mj-lt"/>
              <a:buAutoNum type="arabicPeriod"/>
            </a:pPr>
            <a:r>
              <a:rPr lang="en-US" dirty="0"/>
              <a:t>Database Access</a:t>
            </a:r>
          </a:p>
          <a:p>
            <a:pPr marL="469900" indent="-342900" algn="l">
              <a:buFont typeface="+mj-lt"/>
              <a:buAutoNum type="arabicPeriod"/>
            </a:pPr>
            <a:r>
              <a:rPr lang="en-US" dirty="0"/>
              <a:t>Runtime Errors</a:t>
            </a:r>
          </a:p>
          <a:p>
            <a:pPr marL="469900" indent="-342900" algn="l">
              <a:buFont typeface="+mj-lt"/>
              <a:buAutoNum type="arabicPeriod"/>
            </a:pPr>
            <a:endParaRPr lang="en-US" dirty="0" smtClean="0"/>
          </a:p>
        </p:txBody>
      </p:sp>
      <p:sp>
        <p:nvSpPr>
          <p:cNvPr id="3" name="Title 2"/>
          <p:cNvSpPr>
            <a:spLocks noGrp="1"/>
          </p:cNvSpPr>
          <p:nvPr>
            <p:ph type="title"/>
          </p:nvPr>
        </p:nvSpPr>
        <p:spPr/>
        <p:txBody>
          <a:bodyPr/>
          <a:lstStyle/>
          <a:p>
            <a:r>
              <a:rPr lang="en-US" dirty="0" smtClean="0"/>
              <a:t>DISADVANTAGES</a:t>
            </a:r>
            <a:endParaRPr lang="en-US" dirty="0"/>
          </a:p>
        </p:txBody>
      </p:sp>
    </p:spTree>
    <p:extLst>
      <p:ext uri="{BB962C8B-B14F-4D97-AF65-F5344CB8AC3E}">
        <p14:creationId xmlns:p14="http://schemas.microsoft.com/office/powerpoint/2010/main" val="2261730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flipH="1">
            <a:off x="720000" y="1132375"/>
            <a:ext cx="7704000" cy="3614286"/>
          </a:xfrm>
        </p:spPr>
        <p:txBody>
          <a:bodyPr/>
          <a:lstStyle/>
          <a:p>
            <a:r>
              <a:rPr lang="en-US" sz="1600" dirty="0"/>
              <a:t>Python has become very popular in India due to its straightforward design, multifunctional nature, and convenience. </a:t>
            </a:r>
          </a:p>
          <a:p>
            <a:r>
              <a:rPr lang="en-US" sz="1600" dirty="0" smtClean="0"/>
              <a:t>Fresher's </a:t>
            </a:r>
            <a:r>
              <a:rPr lang="en-US" sz="1600" dirty="0"/>
              <a:t>who have completed a </a:t>
            </a:r>
            <a:r>
              <a:rPr lang="en-US" sz="1600" b="1" dirty="0"/>
              <a:t>Python Course</a:t>
            </a:r>
            <a:r>
              <a:rPr lang="en-US" sz="1600" dirty="0"/>
              <a:t> have experienced a 25% increase in their starting salaries compared to those without Python skills.</a:t>
            </a:r>
          </a:p>
          <a:p>
            <a:r>
              <a:rPr lang="en-US" sz="1600" dirty="0"/>
              <a:t>The demand for </a:t>
            </a:r>
            <a:r>
              <a:rPr lang="en-US" sz="1600" b="1" u="sng" dirty="0">
                <a:hlinkClick r:id="rId3"/>
              </a:rPr>
              <a:t>Python Training in Ahmedabad</a:t>
            </a:r>
            <a:r>
              <a:rPr lang="en-US" sz="1600" dirty="0"/>
              <a:t> has grown by 40% over the past two years.</a:t>
            </a:r>
          </a:p>
          <a:p>
            <a:r>
              <a:rPr lang="en-US" sz="1600" dirty="0"/>
              <a:t>A study revealed that Python is the most commonly employed language for handling data and analytics, web development and automation in India, with 44% of those </a:t>
            </a:r>
            <a:r>
              <a:rPr lang="en-US" sz="1600"/>
              <a:t>surveyed </a:t>
            </a:r>
            <a:r>
              <a:rPr lang="en-US" sz="1600" smtClean="0"/>
              <a:t>utilizing </a:t>
            </a:r>
            <a:r>
              <a:rPr lang="en-US" sz="1600" dirty="0"/>
              <a:t>it.</a:t>
            </a:r>
          </a:p>
          <a:p>
            <a:r>
              <a:rPr lang="en-US" sz="1600" dirty="0"/>
              <a:t>Python's widespread use may be due to its effectiveness at handling complicated tasks and its large library of modules and packages, which enables programmers to build applications more quickly. </a:t>
            </a:r>
          </a:p>
          <a:p>
            <a:r>
              <a:rPr lang="en-US" sz="1600" dirty="0"/>
              <a:t>The need for Python developers is anticipated to expand even more as the Indian IT sector develops. </a:t>
            </a:r>
          </a:p>
          <a:p>
            <a:endParaRPr lang="en-US" sz="1600" dirty="0"/>
          </a:p>
        </p:txBody>
      </p:sp>
      <p:sp>
        <p:nvSpPr>
          <p:cNvPr id="3" name="Title 2"/>
          <p:cNvSpPr>
            <a:spLocks noGrp="1"/>
          </p:cNvSpPr>
          <p:nvPr>
            <p:ph type="title"/>
          </p:nvPr>
        </p:nvSpPr>
        <p:spPr/>
        <p:txBody>
          <a:bodyPr/>
          <a:lstStyle/>
          <a:p>
            <a:r>
              <a:rPr lang="en-US" dirty="0" smtClean="0"/>
              <a:t>SCOPE &amp; FUTURE OF PYTHON</a:t>
            </a:r>
            <a:endParaRPr lang="en-US" dirty="0"/>
          </a:p>
        </p:txBody>
      </p:sp>
    </p:spTree>
    <p:extLst>
      <p:ext uri="{BB962C8B-B14F-4D97-AF65-F5344CB8AC3E}">
        <p14:creationId xmlns:p14="http://schemas.microsoft.com/office/powerpoint/2010/main" val="183234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p52"/>
          <p:cNvSpPr txBox="1">
            <a:spLocks noGrp="1"/>
          </p:cNvSpPr>
          <p:nvPr>
            <p:ph type="title"/>
          </p:nvPr>
        </p:nvSpPr>
        <p:spPr>
          <a:xfrm>
            <a:off x="2951850" y="700250"/>
            <a:ext cx="32403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sp>
        <p:nvSpPr>
          <p:cNvPr id="899" name="Google Shape;899;p52"/>
          <p:cNvSpPr txBox="1">
            <a:spLocks noGrp="1"/>
          </p:cNvSpPr>
          <p:nvPr>
            <p:ph type="subTitle" idx="1"/>
          </p:nvPr>
        </p:nvSpPr>
        <p:spPr>
          <a:xfrm>
            <a:off x="2951850" y="1515875"/>
            <a:ext cx="3240300" cy="12084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en" dirty="0"/>
              <a:t>Do you have any questions?</a:t>
            </a:r>
            <a:endParaRPr dirty="0"/>
          </a:p>
          <a:p>
            <a:pPr marL="0" lvl="0" indent="0" algn="ctr" rtl="0">
              <a:spcBef>
                <a:spcPts val="0"/>
              </a:spcBef>
              <a:spcAft>
                <a:spcPts val="0"/>
              </a:spcAft>
              <a:buNone/>
            </a:pPr>
            <a:r>
              <a:rPr lang="en" dirty="0" smtClean="0"/>
              <a:t>bhavindhanwani@gmail.com</a:t>
            </a:r>
            <a:endParaRPr dirty="0"/>
          </a:p>
          <a:p>
            <a:pPr marL="0" lvl="0" indent="0" algn="ctr" rtl="0">
              <a:spcBef>
                <a:spcPts val="0"/>
              </a:spcBef>
              <a:spcAft>
                <a:spcPts val="0"/>
              </a:spcAft>
              <a:buNone/>
            </a:pPr>
            <a:r>
              <a:rPr lang="en" dirty="0"/>
              <a:t>+</a:t>
            </a:r>
            <a:r>
              <a:rPr lang="en" dirty="0" smtClean="0"/>
              <a:t>91 8866423364</a:t>
            </a:r>
            <a:endParaRPr dirty="0"/>
          </a:p>
          <a:p>
            <a:pPr marL="0" lvl="0" indent="0" algn="ctr" rtl="0">
              <a:spcBef>
                <a:spcPts val="0"/>
              </a:spcBef>
              <a:spcAft>
                <a:spcPts val="0"/>
              </a:spcAft>
              <a:buNone/>
            </a:pPr>
            <a:r>
              <a:rPr lang="en" dirty="0" smtClean="0"/>
              <a:t>@bhavindhanwani</a:t>
            </a:r>
            <a:endParaRPr dirty="0"/>
          </a:p>
        </p:txBody>
      </p:sp>
      <p:grpSp>
        <p:nvGrpSpPr>
          <p:cNvPr id="900" name="Google Shape;900;p52"/>
          <p:cNvGrpSpPr/>
          <p:nvPr/>
        </p:nvGrpSpPr>
        <p:grpSpPr>
          <a:xfrm>
            <a:off x="4038098" y="2926312"/>
            <a:ext cx="1067804" cy="303977"/>
            <a:chOff x="3994909" y="3002512"/>
            <a:chExt cx="1067804" cy="303977"/>
          </a:xfrm>
        </p:grpSpPr>
        <p:grpSp>
          <p:nvGrpSpPr>
            <p:cNvPr id="901" name="Google Shape;901;p52"/>
            <p:cNvGrpSpPr/>
            <p:nvPr/>
          </p:nvGrpSpPr>
          <p:grpSpPr>
            <a:xfrm>
              <a:off x="4376840" y="3002512"/>
              <a:ext cx="303942" cy="303665"/>
              <a:chOff x="3314750" y="3817357"/>
              <a:chExt cx="356865" cy="356498"/>
            </a:xfrm>
          </p:grpSpPr>
          <p:sp>
            <p:nvSpPr>
              <p:cNvPr id="902" name="Google Shape;902;p52"/>
              <p:cNvSpPr/>
              <p:nvPr/>
            </p:nvSpPr>
            <p:spPr>
              <a:xfrm>
                <a:off x="3314750"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2"/>
              <p:cNvSpPr/>
              <p:nvPr/>
            </p:nvSpPr>
            <p:spPr>
              <a:xfrm>
                <a:off x="3379082" y="3881296"/>
                <a:ext cx="228595" cy="228595"/>
              </a:xfrm>
              <a:custGeom>
                <a:avLst/>
                <a:gdLst/>
                <a:ahLst/>
                <a:cxnLst/>
                <a:rect l="l" t="t" r="r" b="b"/>
                <a:pathLst>
                  <a:path w="8720" h="8720" extrusionOk="0">
                    <a:moveTo>
                      <a:pt x="6886" y="448"/>
                    </a:moveTo>
                    <a:cubicBezTo>
                      <a:pt x="7651" y="448"/>
                      <a:pt x="8272" y="1069"/>
                      <a:pt x="8272" y="1834"/>
                    </a:cubicBezTo>
                    <a:lnTo>
                      <a:pt x="8272" y="6872"/>
                    </a:lnTo>
                    <a:lnTo>
                      <a:pt x="8272" y="6886"/>
                    </a:lnTo>
                    <a:cubicBezTo>
                      <a:pt x="8272" y="7652"/>
                      <a:pt x="7651" y="8272"/>
                      <a:pt x="6872" y="8272"/>
                    </a:cubicBezTo>
                    <a:lnTo>
                      <a:pt x="1848" y="8272"/>
                    </a:lnTo>
                    <a:cubicBezTo>
                      <a:pt x="1069" y="8272"/>
                      <a:pt x="448" y="7652"/>
                      <a:pt x="448" y="6886"/>
                    </a:cubicBezTo>
                    <a:lnTo>
                      <a:pt x="448" y="1834"/>
                    </a:lnTo>
                    <a:cubicBezTo>
                      <a:pt x="448" y="1069"/>
                      <a:pt x="1069" y="448"/>
                      <a:pt x="1848" y="448"/>
                    </a:cubicBezTo>
                    <a:close/>
                    <a:moveTo>
                      <a:pt x="1848" y="1"/>
                    </a:moveTo>
                    <a:cubicBezTo>
                      <a:pt x="823" y="1"/>
                      <a:pt x="0" y="824"/>
                      <a:pt x="0" y="1834"/>
                    </a:cubicBezTo>
                    <a:lnTo>
                      <a:pt x="0" y="6872"/>
                    </a:lnTo>
                    <a:cubicBezTo>
                      <a:pt x="0" y="7897"/>
                      <a:pt x="823" y="8720"/>
                      <a:pt x="1848" y="8720"/>
                    </a:cubicBezTo>
                    <a:lnTo>
                      <a:pt x="6886" y="8720"/>
                    </a:lnTo>
                    <a:cubicBezTo>
                      <a:pt x="7897" y="8720"/>
                      <a:pt x="8719" y="7897"/>
                      <a:pt x="8719" y="6886"/>
                    </a:cubicBezTo>
                    <a:lnTo>
                      <a:pt x="8719" y="1834"/>
                    </a:lnTo>
                    <a:cubicBezTo>
                      <a:pt x="8719" y="824"/>
                      <a:pt x="7897" y="1"/>
                      <a:pt x="6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2"/>
              <p:cNvSpPr/>
              <p:nvPr/>
            </p:nvSpPr>
            <p:spPr>
              <a:xfrm>
                <a:off x="3412768" y="3935430"/>
                <a:ext cx="140408" cy="120274"/>
              </a:xfrm>
              <a:custGeom>
                <a:avLst/>
                <a:gdLst/>
                <a:ahLst/>
                <a:cxnLst/>
                <a:rect l="l" t="t" r="r" b="b"/>
                <a:pathLst>
                  <a:path w="5356" h="4588" extrusionOk="0">
                    <a:moveTo>
                      <a:pt x="3063" y="447"/>
                    </a:moveTo>
                    <a:cubicBezTo>
                      <a:pt x="4013" y="447"/>
                      <a:pt x="4923" y="1183"/>
                      <a:pt x="4923" y="2295"/>
                    </a:cubicBezTo>
                    <a:cubicBezTo>
                      <a:pt x="4908" y="3320"/>
                      <a:pt x="4085" y="4143"/>
                      <a:pt x="3075" y="4143"/>
                    </a:cubicBezTo>
                    <a:cubicBezTo>
                      <a:pt x="1429" y="4143"/>
                      <a:pt x="592" y="2151"/>
                      <a:pt x="1761" y="996"/>
                    </a:cubicBezTo>
                    <a:cubicBezTo>
                      <a:pt x="2140" y="617"/>
                      <a:pt x="2606" y="447"/>
                      <a:pt x="3063" y="447"/>
                    </a:cubicBezTo>
                    <a:close/>
                    <a:moveTo>
                      <a:pt x="3075" y="0"/>
                    </a:moveTo>
                    <a:cubicBezTo>
                      <a:pt x="1025" y="0"/>
                      <a:pt x="0" y="2468"/>
                      <a:pt x="1444" y="3912"/>
                    </a:cubicBezTo>
                    <a:cubicBezTo>
                      <a:pt x="1910" y="4379"/>
                      <a:pt x="2484" y="4587"/>
                      <a:pt x="3047" y="4587"/>
                    </a:cubicBezTo>
                    <a:cubicBezTo>
                      <a:pt x="4225" y="4587"/>
                      <a:pt x="5356" y="3673"/>
                      <a:pt x="5356" y="2295"/>
                    </a:cubicBezTo>
                    <a:cubicBezTo>
                      <a:pt x="5356" y="1025"/>
                      <a:pt x="4331" y="0"/>
                      <a:pt x="30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2"/>
              <p:cNvSpPr/>
              <p:nvPr/>
            </p:nvSpPr>
            <p:spPr>
              <a:xfrm>
                <a:off x="3539518" y="3910447"/>
                <a:ext cx="31065" cy="31039"/>
              </a:xfrm>
              <a:custGeom>
                <a:avLst/>
                <a:gdLst/>
                <a:ahLst/>
                <a:cxnLst/>
                <a:rect l="l" t="t" r="r" b="b"/>
                <a:pathLst>
                  <a:path w="1185" h="1184" extrusionOk="0">
                    <a:moveTo>
                      <a:pt x="593" y="0"/>
                    </a:moveTo>
                    <a:cubicBezTo>
                      <a:pt x="275" y="0"/>
                      <a:pt x="1" y="260"/>
                      <a:pt x="1" y="592"/>
                    </a:cubicBezTo>
                    <a:cubicBezTo>
                      <a:pt x="1" y="910"/>
                      <a:pt x="275" y="1184"/>
                      <a:pt x="593" y="1184"/>
                    </a:cubicBezTo>
                    <a:cubicBezTo>
                      <a:pt x="925" y="1184"/>
                      <a:pt x="1185" y="910"/>
                      <a:pt x="1185" y="592"/>
                    </a:cubicBezTo>
                    <a:cubicBezTo>
                      <a:pt x="1185" y="260"/>
                      <a:pt x="925" y="0"/>
                      <a:pt x="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52"/>
            <p:cNvGrpSpPr/>
            <p:nvPr/>
          </p:nvGrpSpPr>
          <p:grpSpPr>
            <a:xfrm>
              <a:off x="4758771" y="3002512"/>
              <a:ext cx="303942" cy="303665"/>
              <a:chOff x="3763184" y="3817357"/>
              <a:chExt cx="356865" cy="356498"/>
            </a:xfrm>
          </p:grpSpPr>
          <p:sp>
            <p:nvSpPr>
              <p:cNvPr id="907" name="Google Shape;907;p52"/>
              <p:cNvSpPr/>
              <p:nvPr/>
            </p:nvSpPr>
            <p:spPr>
              <a:xfrm>
                <a:off x="3763184" y="3817357"/>
                <a:ext cx="356865" cy="356498"/>
              </a:xfrm>
              <a:custGeom>
                <a:avLst/>
                <a:gdLst/>
                <a:ahLst/>
                <a:cxnLst/>
                <a:rect l="l" t="t" r="r" b="b"/>
                <a:pathLst>
                  <a:path w="13613" h="13599" extrusionOk="0">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2"/>
              <p:cNvSpPr/>
              <p:nvPr/>
            </p:nvSpPr>
            <p:spPr>
              <a:xfrm>
                <a:off x="3848330" y="3964188"/>
                <a:ext cx="39375" cy="116945"/>
              </a:xfrm>
              <a:custGeom>
                <a:avLst/>
                <a:gdLst/>
                <a:ahLst/>
                <a:cxnLst/>
                <a:rect l="l" t="t" r="r" b="b"/>
                <a:pathLst>
                  <a:path w="1502" h="4461" extrusionOk="0">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2"/>
              <p:cNvSpPr/>
              <p:nvPr/>
            </p:nvSpPr>
            <p:spPr>
              <a:xfrm>
                <a:off x="3832418" y="3894403"/>
                <a:ext cx="55287" cy="47475"/>
              </a:xfrm>
              <a:custGeom>
                <a:avLst/>
                <a:gdLst/>
                <a:ahLst/>
                <a:cxnLst/>
                <a:rect l="l" t="t" r="r" b="b"/>
                <a:pathLst>
                  <a:path w="2109" h="1811" extrusionOk="0">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2"/>
              <p:cNvSpPr/>
              <p:nvPr/>
            </p:nvSpPr>
            <p:spPr>
              <a:xfrm>
                <a:off x="3925901" y="3964161"/>
                <a:ext cx="124914" cy="117365"/>
              </a:xfrm>
              <a:custGeom>
                <a:avLst/>
                <a:gdLst/>
                <a:ahLst/>
                <a:cxnLst/>
                <a:rect l="l" t="t" r="r" b="b"/>
                <a:pathLst>
                  <a:path w="4765" h="4477" extrusionOk="0">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 name="Google Shape;911;p52"/>
            <p:cNvGrpSpPr/>
            <p:nvPr/>
          </p:nvGrpSpPr>
          <p:grpSpPr>
            <a:xfrm>
              <a:off x="3994909" y="3002512"/>
              <a:ext cx="303942" cy="303977"/>
              <a:chOff x="2866317" y="3817357"/>
              <a:chExt cx="356865" cy="356865"/>
            </a:xfrm>
          </p:grpSpPr>
          <p:sp>
            <p:nvSpPr>
              <p:cNvPr id="912" name="Google Shape;912;p52"/>
              <p:cNvSpPr/>
              <p:nvPr/>
            </p:nvSpPr>
            <p:spPr>
              <a:xfrm>
                <a:off x="2866317" y="3817357"/>
                <a:ext cx="356865" cy="356498"/>
              </a:xfrm>
              <a:custGeom>
                <a:avLst/>
                <a:gdLst/>
                <a:ahLst/>
                <a:cxnLst/>
                <a:rect l="l" t="t" r="r" b="b"/>
                <a:pathLst>
                  <a:path w="13613" h="13599" extrusionOk="0">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2"/>
              <p:cNvSpPr/>
              <p:nvPr/>
            </p:nvSpPr>
            <p:spPr>
              <a:xfrm>
                <a:off x="2928367" y="3894561"/>
                <a:ext cx="194175" cy="279662"/>
              </a:xfrm>
              <a:custGeom>
                <a:avLst/>
                <a:gdLst/>
                <a:ahLst/>
                <a:cxnLst/>
                <a:rect l="l" t="t" r="r" b="b"/>
                <a:pathLst>
                  <a:path w="7407" h="10668" extrusionOk="0">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Rectangle 1"/>
          <p:cNvSpPr/>
          <p:nvPr/>
        </p:nvSpPr>
        <p:spPr>
          <a:xfrm>
            <a:off x="2568539" y="3349375"/>
            <a:ext cx="4048018" cy="7808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201</Words>
  <Application>Microsoft Office PowerPoint</Application>
  <PresentationFormat>On-screen Show (16:9)</PresentationFormat>
  <Paragraphs>49</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Overpass Mono</vt:lpstr>
      <vt:lpstr>Nunito Light</vt:lpstr>
      <vt:lpstr>Arial</vt:lpstr>
      <vt:lpstr>Raleway SemiBold</vt:lpstr>
      <vt:lpstr>Anaheim</vt:lpstr>
      <vt:lpstr>Roboto</vt:lpstr>
      <vt:lpstr>Wingdings</vt:lpstr>
      <vt:lpstr>Roboto Condensed Light</vt:lpstr>
      <vt:lpstr>Programming Lesson by Slidesgo</vt:lpstr>
      <vt:lpstr>PYTHON</vt:lpstr>
      <vt:lpstr>CONTENTS</vt:lpstr>
      <vt:lpstr>WHAT IS PYTHON?</vt:lpstr>
      <vt:lpstr>WHEN WAS PYTHON CREATED?</vt:lpstr>
      <vt:lpstr>FEATURES</vt:lpstr>
      <vt:lpstr>ADVANTAGES</vt:lpstr>
      <vt:lpstr>DISADVANTAGES</vt:lpstr>
      <vt:lpstr>SCOPE &amp; FUTURE OF PYTHON</vt:lpstr>
      <vt:lpstr>THANKS!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cp:lastModifiedBy>lenovo</cp:lastModifiedBy>
  <cp:revision>10</cp:revision>
  <dcterms:modified xsi:type="dcterms:W3CDTF">2023-11-01T02:23:52Z</dcterms:modified>
</cp:coreProperties>
</file>