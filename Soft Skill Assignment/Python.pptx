
<file path=[Content_Types].xml><?xml version="1.0" encoding="utf-8"?>
<Types xmlns="http://schemas.openxmlformats.org/package/2006/content-types">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2" r:id="rId1"/>
  </p:sldMasterIdLst>
  <p:notesMasterIdLst>
    <p:notesMasterId r:id="rId12"/>
  </p:notesMasterIdLst>
  <p:sldIdLst>
    <p:sldId id="256" r:id="rId2"/>
    <p:sldId id="258" r:id="rId3"/>
    <p:sldId id="257" r:id="rId4"/>
    <p:sldId id="259" r:id="rId5"/>
    <p:sldId id="283" r:id="rId6"/>
    <p:sldId id="282" r:id="rId7"/>
    <p:sldId id="262" r:id="rId8"/>
    <p:sldId id="284" r:id="rId9"/>
    <p:sldId id="285" r:id="rId10"/>
    <p:sldId id="281" r:id="rId11"/>
  </p:sldIdLst>
  <p:sldSz cx="9144000" cy="5143500" type="screen16x9"/>
  <p:notesSz cx="6858000" cy="9144000"/>
  <p:embeddedFontLst>
    <p:embeddedFont>
      <p:font typeface="Anaheim" panose="020B0604020202020204" charset="0"/>
      <p:regular r:id="rId13"/>
    </p:embeddedFont>
    <p:embeddedFont>
      <p:font typeface="Overpass Mono" panose="020B0604020202020204" charset="0"/>
      <p:regular r:id="rId14"/>
      <p:bold r:id="rId1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58AD34F-87F4-4D74-B928-8D274FDE0F7A}">
  <a:tblStyle styleId="{D58AD34F-87F4-4D74-B928-8D274FDE0F7A}" styleName="Table_0">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580F977B-F803-4962-9A91-C60508E1FB55}"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3" d="100"/>
          <a:sy n="93" d="100"/>
        </p:scale>
        <p:origin x="726"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extLst>
      <p:ext uri="{BB962C8B-B14F-4D97-AF65-F5344CB8AC3E}">
        <p14:creationId xmlns:p14="http://schemas.microsoft.com/office/powerpoint/2010/main" val="703589962"/>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467978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8b872573b1_0_1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5" name="Google Shape;345;g8b872573b1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743231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6"/>
        <p:cNvGrpSpPr/>
        <p:nvPr/>
      </p:nvGrpSpPr>
      <p:grpSpPr>
        <a:xfrm>
          <a:off x="0" y="0"/>
          <a:ext cx="0" cy="0"/>
          <a:chOff x="0" y="0"/>
          <a:chExt cx="0" cy="0"/>
        </a:xfrm>
      </p:grpSpPr>
      <p:sp>
        <p:nvSpPr>
          <p:cNvPr id="337" name="Google Shape;337;g8b3994a781_0_255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8" name="Google Shape;338;g8b3994a781_0_255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966488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6"/>
        <p:cNvGrpSpPr/>
        <p:nvPr/>
      </p:nvGrpSpPr>
      <p:grpSpPr>
        <a:xfrm>
          <a:off x="0" y="0"/>
          <a:ext cx="0" cy="0"/>
          <a:chOff x="0" y="0"/>
          <a:chExt cx="0" cy="0"/>
        </a:xfrm>
      </p:grpSpPr>
      <p:sp>
        <p:nvSpPr>
          <p:cNvPr id="357" name="Google Shape;357;g8b9fd0675c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8" name="Google Shape;358;g8b9fd0675c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996073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1"/>
        <p:cNvGrpSpPr/>
        <p:nvPr/>
      </p:nvGrpSpPr>
      <p:grpSpPr>
        <a:xfrm>
          <a:off x="0" y="0"/>
          <a:ext cx="0" cy="0"/>
          <a:chOff x="0" y="0"/>
          <a:chExt cx="0" cy="0"/>
        </a:xfrm>
      </p:grpSpPr>
      <p:sp>
        <p:nvSpPr>
          <p:cNvPr id="922" name="Google Shape;922;g8dec9ae14f_0_1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3" name="Google Shape;923;g8dec9ae14f_0_1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908790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5"/>
        <p:cNvGrpSpPr/>
        <p:nvPr/>
      </p:nvGrpSpPr>
      <p:grpSpPr>
        <a:xfrm>
          <a:off x="0" y="0"/>
          <a:ext cx="0" cy="0"/>
          <a:chOff x="0" y="0"/>
          <a:chExt cx="0" cy="0"/>
        </a:xfrm>
      </p:grpSpPr>
      <p:sp>
        <p:nvSpPr>
          <p:cNvPr id="916" name="Google Shape;916;g8b3994a781_0_255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7" name="Google Shape;917;g8b3994a781_0_255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354928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6"/>
        <p:cNvGrpSpPr/>
        <p:nvPr/>
      </p:nvGrpSpPr>
      <p:grpSpPr>
        <a:xfrm>
          <a:off x="0" y="0"/>
          <a:ext cx="0" cy="0"/>
          <a:chOff x="0" y="0"/>
          <a:chExt cx="0" cy="0"/>
        </a:xfrm>
      </p:grpSpPr>
      <p:sp>
        <p:nvSpPr>
          <p:cNvPr id="377" name="Google Shape;377;g822dda0a4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8" name="Google Shape;378;g822dda0a4d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374607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594089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4"/>
        <p:cNvGrpSpPr/>
        <p:nvPr/>
      </p:nvGrpSpPr>
      <p:grpSpPr>
        <a:xfrm>
          <a:off x="0" y="0"/>
          <a:ext cx="0" cy="0"/>
          <a:chOff x="0" y="0"/>
          <a:chExt cx="0" cy="0"/>
        </a:xfrm>
      </p:grpSpPr>
      <p:sp>
        <p:nvSpPr>
          <p:cNvPr id="895" name="Google Shape;895;g8d4cbd36da_4_316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6" name="Google Shape;896;g8d4cbd36da_4_316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18592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grpSp>
        <p:nvGrpSpPr>
          <p:cNvPr id="9" name="Google Shape;9;p2"/>
          <p:cNvGrpSpPr/>
          <p:nvPr/>
        </p:nvGrpSpPr>
        <p:grpSpPr>
          <a:xfrm>
            <a:off x="7362284" y="1723643"/>
            <a:ext cx="1781706" cy="3419867"/>
            <a:chOff x="7397009" y="1731193"/>
            <a:chExt cx="1781706" cy="3419867"/>
          </a:xfrm>
        </p:grpSpPr>
        <p:sp>
          <p:nvSpPr>
            <p:cNvPr id="10" name="Google Shape;10;p2"/>
            <p:cNvSpPr/>
            <p:nvPr/>
          </p:nvSpPr>
          <p:spPr>
            <a:xfrm>
              <a:off x="7858529" y="1731193"/>
              <a:ext cx="1320185" cy="132176"/>
            </a:xfrm>
            <a:custGeom>
              <a:avLst/>
              <a:gdLst/>
              <a:ahLst/>
              <a:cxnLst/>
              <a:rect l="l" t="t" r="r" b="b"/>
              <a:pathLst>
                <a:path w="19277" h="1930" extrusionOk="0">
                  <a:moveTo>
                    <a:pt x="1" y="1"/>
                  </a:moveTo>
                  <a:lnTo>
                    <a:pt x="1" y="1930"/>
                  </a:lnTo>
                  <a:lnTo>
                    <a:pt x="19277" y="1930"/>
                  </a:lnTo>
                  <a:lnTo>
                    <a:pt x="19277"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7784360" y="1950550"/>
              <a:ext cx="865993" cy="132176"/>
            </a:xfrm>
            <a:custGeom>
              <a:avLst/>
              <a:gdLst/>
              <a:ahLst/>
              <a:cxnLst/>
              <a:rect l="l" t="t" r="r" b="b"/>
              <a:pathLst>
                <a:path w="12645" h="1930" extrusionOk="0">
                  <a:moveTo>
                    <a:pt x="0" y="1"/>
                  </a:moveTo>
                  <a:lnTo>
                    <a:pt x="0" y="1929"/>
                  </a:lnTo>
                  <a:lnTo>
                    <a:pt x="12645" y="1929"/>
                  </a:lnTo>
                  <a:lnTo>
                    <a:pt x="12645"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a:off x="8855808" y="1950550"/>
              <a:ext cx="322907" cy="132176"/>
            </a:xfrm>
            <a:custGeom>
              <a:avLst/>
              <a:gdLst/>
              <a:ahLst/>
              <a:cxnLst/>
              <a:rect l="l" t="t" r="r" b="b"/>
              <a:pathLst>
                <a:path w="4715" h="1930" extrusionOk="0">
                  <a:moveTo>
                    <a:pt x="0" y="1"/>
                  </a:moveTo>
                  <a:lnTo>
                    <a:pt x="0" y="1929"/>
                  </a:lnTo>
                  <a:lnTo>
                    <a:pt x="4715" y="1929"/>
                  </a:lnTo>
                  <a:lnTo>
                    <a:pt x="4715"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8445651" y="2169086"/>
              <a:ext cx="733063" cy="132998"/>
            </a:xfrm>
            <a:custGeom>
              <a:avLst/>
              <a:gdLst/>
              <a:ahLst/>
              <a:cxnLst/>
              <a:rect l="l" t="t" r="r" b="b"/>
              <a:pathLst>
                <a:path w="10704" h="1942" extrusionOk="0">
                  <a:moveTo>
                    <a:pt x="0" y="0"/>
                  </a:moveTo>
                  <a:lnTo>
                    <a:pt x="0" y="1941"/>
                  </a:lnTo>
                  <a:lnTo>
                    <a:pt x="10704" y="1941"/>
                  </a:lnTo>
                  <a:lnTo>
                    <a:pt x="10704"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8738356" y="2388443"/>
              <a:ext cx="440359" cy="132929"/>
            </a:xfrm>
            <a:custGeom>
              <a:avLst/>
              <a:gdLst/>
              <a:ahLst/>
              <a:cxnLst/>
              <a:rect l="l" t="t" r="r" b="b"/>
              <a:pathLst>
                <a:path w="6430" h="1941" extrusionOk="0">
                  <a:moveTo>
                    <a:pt x="1" y="0"/>
                  </a:moveTo>
                  <a:lnTo>
                    <a:pt x="1" y="1941"/>
                  </a:lnTo>
                  <a:lnTo>
                    <a:pt x="6430" y="1941"/>
                  </a:lnTo>
                  <a:lnTo>
                    <a:pt x="6430"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7990637" y="2388443"/>
              <a:ext cx="597737" cy="132929"/>
            </a:xfrm>
            <a:custGeom>
              <a:avLst/>
              <a:gdLst/>
              <a:ahLst/>
              <a:cxnLst/>
              <a:rect l="l" t="t" r="r" b="b"/>
              <a:pathLst>
                <a:path w="8728" h="1941" extrusionOk="0">
                  <a:moveTo>
                    <a:pt x="1" y="0"/>
                  </a:moveTo>
                  <a:lnTo>
                    <a:pt x="1" y="1941"/>
                  </a:lnTo>
                  <a:lnTo>
                    <a:pt x="8728" y="1941"/>
                  </a:lnTo>
                  <a:lnTo>
                    <a:pt x="8728"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7683208" y="2607801"/>
              <a:ext cx="1495507" cy="132108"/>
            </a:xfrm>
            <a:custGeom>
              <a:avLst/>
              <a:gdLst/>
              <a:ahLst/>
              <a:cxnLst/>
              <a:rect l="l" t="t" r="r" b="b"/>
              <a:pathLst>
                <a:path w="21837" h="1929" extrusionOk="0">
                  <a:moveTo>
                    <a:pt x="1" y="0"/>
                  </a:moveTo>
                  <a:lnTo>
                    <a:pt x="1" y="1929"/>
                  </a:lnTo>
                  <a:lnTo>
                    <a:pt x="21837" y="1929"/>
                  </a:lnTo>
                  <a:lnTo>
                    <a:pt x="21837"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8298888" y="2827090"/>
              <a:ext cx="879827" cy="132176"/>
            </a:xfrm>
            <a:custGeom>
              <a:avLst/>
              <a:gdLst/>
              <a:ahLst/>
              <a:cxnLst/>
              <a:rect l="l" t="t" r="r" b="b"/>
              <a:pathLst>
                <a:path w="12847" h="1930" extrusionOk="0">
                  <a:moveTo>
                    <a:pt x="0" y="1"/>
                  </a:moveTo>
                  <a:lnTo>
                    <a:pt x="0" y="1930"/>
                  </a:lnTo>
                  <a:lnTo>
                    <a:pt x="12847" y="1930"/>
                  </a:lnTo>
                  <a:lnTo>
                    <a:pt x="12847"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8855808" y="3046447"/>
              <a:ext cx="322907" cy="132176"/>
            </a:xfrm>
            <a:custGeom>
              <a:avLst/>
              <a:gdLst/>
              <a:ahLst/>
              <a:cxnLst/>
              <a:rect l="l" t="t" r="r" b="b"/>
              <a:pathLst>
                <a:path w="4715" h="1930" extrusionOk="0">
                  <a:moveTo>
                    <a:pt x="0" y="1"/>
                  </a:moveTo>
                  <a:lnTo>
                    <a:pt x="0" y="1929"/>
                  </a:lnTo>
                  <a:lnTo>
                    <a:pt x="4715" y="1929"/>
                  </a:lnTo>
                  <a:lnTo>
                    <a:pt x="4715"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7784360" y="2169086"/>
              <a:ext cx="499050" cy="132998"/>
            </a:xfrm>
            <a:custGeom>
              <a:avLst/>
              <a:gdLst/>
              <a:ahLst/>
              <a:cxnLst/>
              <a:rect l="l" t="t" r="r" b="b"/>
              <a:pathLst>
                <a:path w="7287" h="1942" extrusionOk="0">
                  <a:moveTo>
                    <a:pt x="0" y="0"/>
                  </a:moveTo>
                  <a:lnTo>
                    <a:pt x="0" y="1941"/>
                  </a:lnTo>
                  <a:lnTo>
                    <a:pt x="7287" y="1941"/>
                  </a:lnTo>
                  <a:lnTo>
                    <a:pt x="7287"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8020017" y="4142344"/>
              <a:ext cx="322975" cy="132176"/>
            </a:xfrm>
            <a:custGeom>
              <a:avLst/>
              <a:gdLst/>
              <a:ahLst/>
              <a:cxnLst/>
              <a:rect l="l" t="t" r="r" b="b"/>
              <a:pathLst>
                <a:path w="4716" h="1930" extrusionOk="0">
                  <a:moveTo>
                    <a:pt x="0" y="1"/>
                  </a:moveTo>
                  <a:lnTo>
                    <a:pt x="0" y="1929"/>
                  </a:lnTo>
                  <a:lnTo>
                    <a:pt x="4715" y="1929"/>
                  </a:lnTo>
                  <a:lnTo>
                    <a:pt x="4715"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7521789" y="4142344"/>
              <a:ext cx="322153" cy="132176"/>
            </a:xfrm>
            <a:custGeom>
              <a:avLst/>
              <a:gdLst/>
              <a:ahLst/>
              <a:cxnLst/>
              <a:rect l="l" t="t" r="r" b="b"/>
              <a:pathLst>
                <a:path w="4704" h="1930" extrusionOk="0">
                  <a:moveTo>
                    <a:pt x="0" y="1"/>
                  </a:moveTo>
                  <a:lnTo>
                    <a:pt x="0" y="1929"/>
                  </a:lnTo>
                  <a:lnTo>
                    <a:pt x="4703" y="1929"/>
                  </a:lnTo>
                  <a:lnTo>
                    <a:pt x="4703"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8152056" y="3264983"/>
              <a:ext cx="1026659" cy="132998"/>
            </a:xfrm>
            <a:custGeom>
              <a:avLst/>
              <a:gdLst/>
              <a:ahLst/>
              <a:cxnLst/>
              <a:rect l="l" t="t" r="r" b="b"/>
              <a:pathLst>
                <a:path w="14991" h="1942" extrusionOk="0">
                  <a:moveTo>
                    <a:pt x="1" y="0"/>
                  </a:moveTo>
                  <a:lnTo>
                    <a:pt x="1" y="1941"/>
                  </a:lnTo>
                  <a:lnTo>
                    <a:pt x="14991" y="1941"/>
                  </a:lnTo>
                  <a:lnTo>
                    <a:pt x="14991"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7784360" y="3484340"/>
              <a:ext cx="807301" cy="132929"/>
            </a:xfrm>
            <a:custGeom>
              <a:avLst/>
              <a:gdLst/>
              <a:ahLst/>
              <a:cxnLst/>
              <a:rect l="l" t="t" r="r" b="b"/>
              <a:pathLst>
                <a:path w="11788" h="1941" extrusionOk="0">
                  <a:moveTo>
                    <a:pt x="0" y="0"/>
                  </a:moveTo>
                  <a:lnTo>
                    <a:pt x="0" y="1941"/>
                  </a:lnTo>
                  <a:lnTo>
                    <a:pt x="11787" y="1941"/>
                  </a:lnTo>
                  <a:lnTo>
                    <a:pt x="11787"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8738356" y="3484340"/>
              <a:ext cx="440359" cy="132929"/>
            </a:xfrm>
            <a:custGeom>
              <a:avLst/>
              <a:gdLst/>
              <a:ahLst/>
              <a:cxnLst/>
              <a:rect l="l" t="t" r="r" b="b"/>
              <a:pathLst>
                <a:path w="6430" h="1941" extrusionOk="0">
                  <a:moveTo>
                    <a:pt x="1" y="0"/>
                  </a:moveTo>
                  <a:lnTo>
                    <a:pt x="1" y="1941"/>
                  </a:lnTo>
                  <a:lnTo>
                    <a:pt x="6430" y="1941"/>
                  </a:lnTo>
                  <a:lnTo>
                    <a:pt x="6430"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2"/>
            <p:cNvSpPr/>
            <p:nvPr/>
          </p:nvSpPr>
          <p:spPr>
            <a:xfrm>
              <a:off x="7931945" y="3046447"/>
              <a:ext cx="733063" cy="132176"/>
            </a:xfrm>
            <a:custGeom>
              <a:avLst/>
              <a:gdLst/>
              <a:ahLst/>
              <a:cxnLst/>
              <a:rect l="l" t="t" r="r" b="b"/>
              <a:pathLst>
                <a:path w="10704" h="1930" extrusionOk="0">
                  <a:moveTo>
                    <a:pt x="0" y="1"/>
                  </a:moveTo>
                  <a:lnTo>
                    <a:pt x="0" y="1929"/>
                  </a:lnTo>
                  <a:lnTo>
                    <a:pt x="10704" y="1929"/>
                  </a:lnTo>
                  <a:lnTo>
                    <a:pt x="10704"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8445651" y="3703698"/>
              <a:ext cx="733063" cy="132108"/>
            </a:xfrm>
            <a:custGeom>
              <a:avLst/>
              <a:gdLst/>
              <a:ahLst/>
              <a:cxnLst/>
              <a:rect l="l" t="t" r="r" b="b"/>
              <a:pathLst>
                <a:path w="10704" h="1929" extrusionOk="0">
                  <a:moveTo>
                    <a:pt x="0" y="0"/>
                  </a:moveTo>
                  <a:lnTo>
                    <a:pt x="0" y="1929"/>
                  </a:lnTo>
                  <a:lnTo>
                    <a:pt x="10704" y="1929"/>
                  </a:lnTo>
                  <a:lnTo>
                    <a:pt x="10704"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8855808" y="3922987"/>
              <a:ext cx="322907" cy="132176"/>
            </a:xfrm>
            <a:custGeom>
              <a:avLst/>
              <a:gdLst/>
              <a:ahLst/>
              <a:cxnLst/>
              <a:rect l="l" t="t" r="r" b="b"/>
              <a:pathLst>
                <a:path w="4715" h="1930" extrusionOk="0">
                  <a:moveTo>
                    <a:pt x="0" y="1"/>
                  </a:moveTo>
                  <a:lnTo>
                    <a:pt x="0" y="1930"/>
                  </a:lnTo>
                  <a:lnTo>
                    <a:pt x="4715" y="1930"/>
                  </a:lnTo>
                  <a:lnTo>
                    <a:pt x="4715"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7990637" y="3703698"/>
              <a:ext cx="322975" cy="132108"/>
            </a:xfrm>
            <a:custGeom>
              <a:avLst/>
              <a:gdLst/>
              <a:ahLst/>
              <a:cxnLst/>
              <a:rect l="l" t="t" r="r" b="b"/>
              <a:pathLst>
                <a:path w="4716" h="1929" extrusionOk="0">
                  <a:moveTo>
                    <a:pt x="1" y="0"/>
                  </a:moveTo>
                  <a:lnTo>
                    <a:pt x="1" y="1929"/>
                  </a:lnTo>
                  <a:lnTo>
                    <a:pt x="4715" y="1929"/>
                  </a:lnTo>
                  <a:lnTo>
                    <a:pt x="4715"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8445651" y="4142344"/>
              <a:ext cx="733063" cy="132176"/>
            </a:xfrm>
            <a:custGeom>
              <a:avLst/>
              <a:gdLst/>
              <a:ahLst/>
              <a:cxnLst/>
              <a:rect l="l" t="t" r="r" b="b"/>
              <a:pathLst>
                <a:path w="10704" h="1930" extrusionOk="0">
                  <a:moveTo>
                    <a:pt x="0" y="1"/>
                  </a:moveTo>
                  <a:lnTo>
                    <a:pt x="0" y="1929"/>
                  </a:lnTo>
                  <a:lnTo>
                    <a:pt x="10704" y="1929"/>
                  </a:lnTo>
                  <a:lnTo>
                    <a:pt x="10704"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7858529" y="3922987"/>
              <a:ext cx="862774" cy="132176"/>
            </a:xfrm>
            <a:custGeom>
              <a:avLst/>
              <a:gdLst/>
              <a:ahLst/>
              <a:cxnLst/>
              <a:rect l="l" t="t" r="r" b="b"/>
              <a:pathLst>
                <a:path w="12598" h="1930" extrusionOk="0">
                  <a:moveTo>
                    <a:pt x="1" y="1"/>
                  </a:moveTo>
                  <a:lnTo>
                    <a:pt x="1" y="1930"/>
                  </a:lnTo>
                  <a:lnTo>
                    <a:pt x="12598" y="1930"/>
                  </a:lnTo>
                  <a:lnTo>
                    <a:pt x="12598"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2"/>
            <p:cNvSpPr/>
            <p:nvPr/>
          </p:nvSpPr>
          <p:spPr>
            <a:xfrm>
              <a:off x="7683208" y="4361702"/>
              <a:ext cx="1495507" cy="132176"/>
            </a:xfrm>
            <a:custGeom>
              <a:avLst/>
              <a:gdLst/>
              <a:ahLst/>
              <a:cxnLst/>
              <a:rect l="l" t="t" r="r" b="b"/>
              <a:pathLst>
                <a:path w="21837" h="1930" extrusionOk="0">
                  <a:moveTo>
                    <a:pt x="1" y="0"/>
                  </a:moveTo>
                  <a:lnTo>
                    <a:pt x="1" y="1929"/>
                  </a:lnTo>
                  <a:lnTo>
                    <a:pt x="21837" y="1929"/>
                  </a:lnTo>
                  <a:lnTo>
                    <a:pt x="21837"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8767736" y="4580237"/>
              <a:ext cx="410978" cy="132929"/>
            </a:xfrm>
            <a:custGeom>
              <a:avLst/>
              <a:gdLst/>
              <a:ahLst/>
              <a:cxnLst/>
              <a:rect l="l" t="t" r="r" b="b"/>
              <a:pathLst>
                <a:path w="6001" h="1941" extrusionOk="0">
                  <a:moveTo>
                    <a:pt x="0" y="0"/>
                  </a:moveTo>
                  <a:lnTo>
                    <a:pt x="0" y="1941"/>
                  </a:lnTo>
                  <a:lnTo>
                    <a:pt x="6001" y="1941"/>
                  </a:lnTo>
                  <a:lnTo>
                    <a:pt x="6001"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7814494" y="4580237"/>
              <a:ext cx="773880" cy="132929"/>
            </a:xfrm>
            <a:custGeom>
              <a:avLst/>
              <a:gdLst/>
              <a:ahLst/>
              <a:cxnLst/>
              <a:rect l="l" t="t" r="r" b="b"/>
              <a:pathLst>
                <a:path w="11300" h="1941" extrusionOk="0">
                  <a:moveTo>
                    <a:pt x="1" y="0"/>
                  </a:moveTo>
                  <a:lnTo>
                    <a:pt x="1" y="1941"/>
                  </a:lnTo>
                  <a:lnTo>
                    <a:pt x="11300" y="1941"/>
                  </a:lnTo>
                  <a:lnTo>
                    <a:pt x="11300"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7397009" y="4799526"/>
              <a:ext cx="833394" cy="132998"/>
            </a:xfrm>
            <a:custGeom>
              <a:avLst/>
              <a:gdLst/>
              <a:ahLst/>
              <a:cxnLst/>
              <a:rect l="l" t="t" r="r" b="b"/>
              <a:pathLst>
                <a:path w="12169" h="1942" extrusionOk="0">
                  <a:moveTo>
                    <a:pt x="1" y="1"/>
                  </a:moveTo>
                  <a:lnTo>
                    <a:pt x="1" y="1942"/>
                  </a:lnTo>
                  <a:lnTo>
                    <a:pt x="12169" y="1942"/>
                  </a:lnTo>
                  <a:lnTo>
                    <a:pt x="12169"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2"/>
            <p:cNvSpPr/>
            <p:nvPr/>
          </p:nvSpPr>
          <p:spPr>
            <a:xfrm>
              <a:off x="8382851" y="4799526"/>
              <a:ext cx="795864" cy="132998"/>
            </a:xfrm>
            <a:custGeom>
              <a:avLst/>
              <a:gdLst/>
              <a:ahLst/>
              <a:cxnLst/>
              <a:rect l="l" t="t" r="r" b="b"/>
              <a:pathLst>
                <a:path w="11621" h="1942" extrusionOk="0">
                  <a:moveTo>
                    <a:pt x="0" y="1"/>
                  </a:moveTo>
                  <a:lnTo>
                    <a:pt x="0" y="1942"/>
                  </a:lnTo>
                  <a:lnTo>
                    <a:pt x="11621" y="1942"/>
                  </a:lnTo>
                  <a:lnTo>
                    <a:pt x="11621"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a:off x="8064053" y="5018884"/>
              <a:ext cx="1114662" cy="132176"/>
            </a:xfrm>
            <a:custGeom>
              <a:avLst/>
              <a:gdLst/>
              <a:ahLst/>
              <a:cxnLst/>
              <a:rect l="l" t="t" r="r" b="b"/>
              <a:pathLst>
                <a:path w="16276" h="1930" extrusionOk="0">
                  <a:moveTo>
                    <a:pt x="0" y="1"/>
                  </a:moveTo>
                  <a:lnTo>
                    <a:pt x="0" y="1930"/>
                  </a:lnTo>
                  <a:lnTo>
                    <a:pt x="16276" y="1930"/>
                  </a:lnTo>
                  <a:lnTo>
                    <a:pt x="16276"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 name="Google Shape;37;p2"/>
          <p:cNvSpPr/>
          <p:nvPr/>
        </p:nvSpPr>
        <p:spPr>
          <a:xfrm>
            <a:off x="1962382" y="0"/>
            <a:ext cx="2721868" cy="387420"/>
          </a:xfrm>
          <a:custGeom>
            <a:avLst/>
            <a:gdLst/>
            <a:ahLst/>
            <a:cxnLst/>
            <a:rect l="l" t="t" r="r" b="b"/>
            <a:pathLst>
              <a:path w="39744" h="5657" extrusionOk="0">
                <a:moveTo>
                  <a:pt x="1" y="1"/>
                </a:moveTo>
                <a:lnTo>
                  <a:pt x="1" y="5656"/>
                </a:lnTo>
                <a:lnTo>
                  <a:pt x="39744" y="5656"/>
                </a:lnTo>
                <a:lnTo>
                  <a:pt x="3974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873813" y="0"/>
            <a:ext cx="664647" cy="387420"/>
          </a:xfrm>
          <a:custGeom>
            <a:avLst/>
            <a:gdLst/>
            <a:ahLst/>
            <a:cxnLst/>
            <a:rect l="l" t="t" r="r" b="b"/>
            <a:pathLst>
              <a:path w="9705" h="5657" extrusionOk="0">
                <a:moveTo>
                  <a:pt x="1" y="1"/>
                </a:moveTo>
                <a:lnTo>
                  <a:pt x="1" y="5656"/>
                </a:lnTo>
                <a:lnTo>
                  <a:pt x="9704" y="5656"/>
                </a:lnTo>
                <a:lnTo>
                  <a:pt x="970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a:off x="1049134" y="938616"/>
            <a:ext cx="212098" cy="385776"/>
          </a:xfrm>
          <a:custGeom>
            <a:avLst/>
            <a:gdLst/>
            <a:ahLst/>
            <a:cxnLst/>
            <a:rect l="l" t="t" r="r" b="b"/>
            <a:pathLst>
              <a:path w="3097" h="5633" extrusionOk="0">
                <a:moveTo>
                  <a:pt x="2239" y="1"/>
                </a:moveTo>
                <a:lnTo>
                  <a:pt x="1" y="5275"/>
                </a:lnTo>
                <a:lnTo>
                  <a:pt x="846" y="5633"/>
                </a:lnTo>
                <a:lnTo>
                  <a:pt x="3096" y="370"/>
                </a:lnTo>
                <a:lnTo>
                  <a:pt x="223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2"/>
          <p:cNvSpPr/>
          <p:nvPr/>
        </p:nvSpPr>
        <p:spPr>
          <a:xfrm>
            <a:off x="873813" y="1008745"/>
            <a:ext cx="167240" cy="245519"/>
          </a:xfrm>
          <a:custGeom>
            <a:avLst/>
            <a:gdLst/>
            <a:ahLst/>
            <a:cxnLst/>
            <a:rect l="l" t="t" r="r" b="b"/>
            <a:pathLst>
              <a:path w="2442" h="3585" extrusionOk="0">
                <a:moveTo>
                  <a:pt x="1787" y="1"/>
                </a:moveTo>
                <a:lnTo>
                  <a:pt x="1" y="1787"/>
                </a:lnTo>
                <a:lnTo>
                  <a:pt x="1787" y="3585"/>
                </a:lnTo>
                <a:lnTo>
                  <a:pt x="2442" y="2930"/>
                </a:lnTo>
                <a:lnTo>
                  <a:pt x="1299" y="1787"/>
                </a:lnTo>
                <a:lnTo>
                  <a:pt x="2442" y="656"/>
                </a:lnTo>
                <a:lnTo>
                  <a:pt x="17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1268492" y="1008745"/>
            <a:ext cx="168062" cy="245519"/>
          </a:xfrm>
          <a:custGeom>
            <a:avLst/>
            <a:gdLst/>
            <a:ahLst/>
            <a:cxnLst/>
            <a:rect l="l" t="t" r="r" b="b"/>
            <a:pathLst>
              <a:path w="2454" h="3585" extrusionOk="0">
                <a:moveTo>
                  <a:pt x="655" y="1"/>
                </a:moveTo>
                <a:lnTo>
                  <a:pt x="0" y="656"/>
                </a:lnTo>
                <a:lnTo>
                  <a:pt x="1143" y="1787"/>
                </a:lnTo>
                <a:lnTo>
                  <a:pt x="0" y="2930"/>
                </a:lnTo>
                <a:lnTo>
                  <a:pt x="655" y="3585"/>
                </a:lnTo>
                <a:lnTo>
                  <a:pt x="2453" y="1787"/>
                </a:lnTo>
                <a:lnTo>
                  <a:pt x="65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3516020" y="4983597"/>
            <a:ext cx="1054395" cy="159912"/>
          </a:xfrm>
          <a:custGeom>
            <a:avLst/>
            <a:gdLst/>
            <a:ahLst/>
            <a:cxnLst/>
            <a:rect l="l" t="t" r="r" b="b"/>
            <a:pathLst>
              <a:path w="15396" h="2335" extrusionOk="0">
                <a:moveTo>
                  <a:pt x="1" y="1"/>
                </a:moveTo>
                <a:lnTo>
                  <a:pt x="1" y="2335"/>
                </a:lnTo>
                <a:lnTo>
                  <a:pt x="15395" y="2335"/>
                </a:lnTo>
                <a:lnTo>
                  <a:pt x="1539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a:off x="1160341" y="4983597"/>
            <a:ext cx="2152689" cy="159912"/>
          </a:xfrm>
          <a:custGeom>
            <a:avLst/>
            <a:gdLst/>
            <a:ahLst/>
            <a:cxnLst/>
            <a:rect l="l" t="t" r="r" b="b"/>
            <a:pathLst>
              <a:path w="31433" h="2335" extrusionOk="0">
                <a:moveTo>
                  <a:pt x="0" y="1"/>
                </a:moveTo>
                <a:lnTo>
                  <a:pt x="0" y="2335"/>
                </a:lnTo>
                <a:lnTo>
                  <a:pt x="31433" y="2335"/>
                </a:lnTo>
                <a:lnTo>
                  <a:pt x="3143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1805333" y="4452017"/>
            <a:ext cx="3750923" cy="160666"/>
          </a:xfrm>
          <a:custGeom>
            <a:avLst/>
            <a:gdLst/>
            <a:ahLst/>
            <a:cxnLst/>
            <a:rect l="l" t="t" r="r" b="b"/>
            <a:pathLst>
              <a:path w="54770" h="2346" extrusionOk="0">
                <a:moveTo>
                  <a:pt x="0" y="0"/>
                </a:moveTo>
                <a:lnTo>
                  <a:pt x="0" y="2346"/>
                </a:lnTo>
                <a:lnTo>
                  <a:pt x="54769" y="2346"/>
                </a:lnTo>
                <a:lnTo>
                  <a:pt x="54769"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2"/>
          <p:cNvSpPr/>
          <p:nvPr/>
        </p:nvSpPr>
        <p:spPr>
          <a:xfrm>
            <a:off x="0" y="4452017"/>
            <a:ext cx="1490645" cy="160666"/>
          </a:xfrm>
          <a:custGeom>
            <a:avLst/>
            <a:gdLst/>
            <a:ahLst/>
            <a:cxnLst/>
            <a:rect l="l" t="t" r="r" b="b"/>
            <a:pathLst>
              <a:path w="21766" h="2346" extrusionOk="0">
                <a:moveTo>
                  <a:pt x="1" y="0"/>
                </a:moveTo>
                <a:lnTo>
                  <a:pt x="1" y="2346"/>
                </a:lnTo>
                <a:lnTo>
                  <a:pt x="21765" y="2346"/>
                </a:lnTo>
                <a:lnTo>
                  <a:pt x="2176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2"/>
          <p:cNvSpPr/>
          <p:nvPr/>
        </p:nvSpPr>
        <p:spPr>
          <a:xfrm>
            <a:off x="596093" y="4717807"/>
            <a:ext cx="3218453" cy="160734"/>
          </a:xfrm>
          <a:custGeom>
            <a:avLst/>
            <a:gdLst/>
            <a:ahLst/>
            <a:cxnLst/>
            <a:rect l="l" t="t" r="r" b="b"/>
            <a:pathLst>
              <a:path w="46995" h="2347" extrusionOk="0">
                <a:moveTo>
                  <a:pt x="0" y="1"/>
                </a:moveTo>
                <a:lnTo>
                  <a:pt x="0" y="2346"/>
                </a:lnTo>
                <a:lnTo>
                  <a:pt x="46994" y="2346"/>
                </a:lnTo>
                <a:lnTo>
                  <a:pt x="469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2"/>
          <p:cNvSpPr/>
          <p:nvPr/>
        </p:nvSpPr>
        <p:spPr>
          <a:xfrm>
            <a:off x="0" y="4717807"/>
            <a:ext cx="364546" cy="160734"/>
          </a:xfrm>
          <a:custGeom>
            <a:avLst/>
            <a:gdLst/>
            <a:ahLst/>
            <a:cxnLst/>
            <a:rect l="l" t="t" r="r" b="b"/>
            <a:pathLst>
              <a:path w="5323" h="2347" extrusionOk="0">
                <a:moveTo>
                  <a:pt x="1" y="1"/>
                </a:moveTo>
                <a:lnTo>
                  <a:pt x="1" y="2346"/>
                </a:lnTo>
                <a:lnTo>
                  <a:pt x="5323" y="2346"/>
                </a:lnTo>
                <a:lnTo>
                  <a:pt x="532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2"/>
          <p:cNvSpPr/>
          <p:nvPr/>
        </p:nvSpPr>
        <p:spPr>
          <a:xfrm>
            <a:off x="0" y="4983597"/>
            <a:ext cx="828532" cy="159912"/>
          </a:xfrm>
          <a:custGeom>
            <a:avLst/>
            <a:gdLst/>
            <a:ahLst/>
            <a:cxnLst/>
            <a:rect l="l" t="t" r="r" b="b"/>
            <a:pathLst>
              <a:path w="12098" h="2335" extrusionOk="0">
                <a:moveTo>
                  <a:pt x="1" y="1"/>
                </a:moveTo>
                <a:lnTo>
                  <a:pt x="1" y="2335"/>
                </a:lnTo>
                <a:lnTo>
                  <a:pt x="12098" y="2335"/>
                </a:lnTo>
                <a:lnTo>
                  <a:pt x="1209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2"/>
          <p:cNvSpPr txBox="1">
            <a:spLocks noGrp="1"/>
          </p:cNvSpPr>
          <p:nvPr>
            <p:ph type="ctrTitle"/>
          </p:nvPr>
        </p:nvSpPr>
        <p:spPr>
          <a:xfrm>
            <a:off x="718575" y="1369045"/>
            <a:ext cx="8520600" cy="1910400"/>
          </a:xfrm>
          <a:prstGeom prst="rect">
            <a:avLst/>
          </a:prstGeom>
        </p:spPr>
        <p:txBody>
          <a:bodyPr spcFirstLastPara="1" wrap="square" lIns="91425" tIns="91425" rIns="91425" bIns="0" anchor="b" anchorCtr="0">
            <a:noAutofit/>
          </a:bodyPr>
          <a:lstStyle>
            <a:lvl1pPr lvl="0" rtl="0">
              <a:lnSpc>
                <a:spcPct val="80000"/>
              </a:lnSpc>
              <a:spcBef>
                <a:spcPts val="0"/>
              </a:spcBef>
              <a:spcAft>
                <a:spcPts val="0"/>
              </a:spcAft>
              <a:buSzPts val="7400"/>
              <a:buNone/>
              <a:defRPr sz="7400"/>
            </a:lvl1pPr>
            <a:lvl2pPr lvl="1" algn="ctr" rtl="0">
              <a:spcBef>
                <a:spcPts val="0"/>
              </a:spcBef>
              <a:spcAft>
                <a:spcPts val="0"/>
              </a:spcAft>
              <a:buSzPts val="6100"/>
              <a:buNone/>
              <a:defRPr sz="6100"/>
            </a:lvl2pPr>
            <a:lvl3pPr lvl="2" algn="ctr" rtl="0">
              <a:spcBef>
                <a:spcPts val="0"/>
              </a:spcBef>
              <a:spcAft>
                <a:spcPts val="0"/>
              </a:spcAft>
              <a:buSzPts val="6100"/>
              <a:buNone/>
              <a:defRPr sz="6100"/>
            </a:lvl3pPr>
            <a:lvl4pPr lvl="3" algn="ctr" rtl="0">
              <a:spcBef>
                <a:spcPts val="0"/>
              </a:spcBef>
              <a:spcAft>
                <a:spcPts val="0"/>
              </a:spcAft>
              <a:buSzPts val="6100"/>
              <a:buNone/>
              <a:defRPr sz="6100"/>
            </a:lvl4pPr>
            <a:lvl5pPr lvl="4" algn="ctr" rtl="0">
              <a:spcBef>
                <a:spcPts val="0"/>
              </a:spcBef>
              <a:spcAft>
                <a:spcPts val="0"/>
              </a:spcAft>
              <a:buSzPts val="6100"/>
              <a:buNone/>
              <a:defRPr sz="6100"/>
            </a:lvl5pPr>
            <a:lvl6pPr lvl="5" algn="ctr" rtl="0">
              <a:spcBef>
                <a:spcPts val="0"/>
              </a:spcBef>
              <a:spcAft>
                <a:spcPts val="0"/>
              </a:spcAft>
              <a:buSzPts val="6100"/>
              <a:buNone/>
              <a:defRPr sz="6100"/>
            </a:lvl6pPr>
            <a:lvl7pPr lvl="6" algn="ctr" rtl="0">
              <a:spcBef>
                <a:spcPts val="0"/>
              </a:spcBef>
              <a:spcAft>
                <a:spcPts val="0"/>
              </a:spcAft>
              <a:buSzPts val="6100"/>
              <a:buNone/>
              <a:defRPr sz="6100"/>
            </a:lvl7pPr>
            <a:lvl8pPr lvl="7" algn="ctr" rtl="0">
              <a:spcBef>
                <a:spcPts val="0"/>
              </a:spcBef>
              <a:spcAft>
                <a:spcPts val="0"/>
              </a:spcAft>
              <a:buSzPts val="6100"/>
              <a:buNone/>
              <a:defRPr sz="6100"/>
            </a:lvl8pPr>
            <a:lvl9pPr lvl="8" algn="ctr" rtl="0">
              <a:spcBef>
                <a:spcPts val="0"/>
              </a:spcBef>
              <a:spcAft>
                <a:spcPts val="0"/>
              </a:spcAft>
              <a:buSzPts val="6100"/>
              <a:buNone/>
              <a:defRPr sz="6100"/>
            </a:lvl9pPr>
          </a:lstStyle>
          <a:p>
            <a:endParaRPr/>
          </a:p>
        </p:txBody>
      </p:sp>
      <p:sp>
        <p:nvSpPr>
          <p:cNvPr id="50" name="Google Shape;50;p2"/>
          <p:cNvSpPr txBox="1">
            <a:spLocks noGrp="1"/>
          </p:cNvSpPr>
          <p:nvPr>
            <p:ph type="subTitle" idx="1"/>
          </p:nvPr>
        </p:nvSpPr>
        <p:spPr>
          <a:xfrm>
            <a:off x="769050" y="3396100"/>
            <a:ext cx="8520600" cy="792600"/>
          </a:xfrm>
          <a:prstGeom prst="rect">
            <a:avLst/>
          </a:prstGeom>
        </p:spPr>
        <p:txBody>
          <a:bodyPr spcFirstLastPara="1" wrap="square" lIns="91425" tIns="0" rIns="91425" bIns="91425" anchor="t" anchorCtr="0">
            <a:noAutofit/>
          </a:bodyPr>
          <a:lstStyle>
            <a:lvl1pPr lvl="0" rtl="0">
              <a:lnSpc>
                <a:spcPct val="100000"/>
              </a:lnSpc>
              <a:spcBef>
                <a:spcPts val="0"/>
              </a:spcBef>
              <a:spcAft>
                <a:spcPts val="0"/>
              </a:spcAft>
              <a:buSzPts val="2100"/>
              <a:buNone/>
              <a:defRPr sz="2100"/>
            </a:lvl1pPr>
            <a:lvl2pPr lvl="1" algn="ctr" rtl="0">
              <a:lnSpc>
                <a:spcPct val="100000"/>
              </a:lnSpc>
              <a:spcBef>
                <a:spcPts val="0"/>
              </a:spcBef>
              <a:spcAft>
                <a:spcPts val="0"/>
              </a:spcAft>
              <a:buSzPts val="2900"/>
              <a:buNone/>
              <a:defRPr sz="2900"/>
            </a:lvl2pPr>
            <a:lvl3pPr lvl="2" algn="ctr" rtl="0">
              <a:lnSpc>
                <a:spcPct val="100000"/>
              </a:lnSpc>
              <a:spcBef>
                <a:spcPts val="0"/>
              </a:spcBef>
              <a:spcAft>
                <a:spcPts val="0"/>
              </a:spcAft>
              <a:buSzPts val="2900"/>
              <a:buNone/>
              <a:defRPr sz="2900"/>
            </a:lvl3pPr>
            <a:lvl4pPr lvl="3" algn="ctr" rtl="0">
              <a:lnSpc>
                <a:spcPct val="100000"/>
              </a:lnSpc>
              <a:spcBef>
                <a:spcPts val="0"/>
              </a:spcBef>
              <a:spcAft>
                <a:spcPts val="0"/>
              </a:spcAft>
              <a:buSzPts val="2900"/>
              <a:buNone/>
              <a:defRPr sz="2900"/>
            </a:lvl4pPr>
            <a:lvl5pPr lvl="4" algn="ctr" rtl="0">
              <a:lnSpc>
                <a:spcPct val="100000"/>
              </a:lnSpc>
              <a:spcBef>
                <a:spcPts val="0"/>
              </a:spcBef>
              <a:spcAft>
                <a:spcPts val="0"/>
              </a:spcAft>
              <a:buSzPts val="2900"/>
              <a:buNone/>
              <a:defRPr sz="2900"/>
            </a:lvl5pPr>
            <a:lvl6pPr lvl="5" algn="ctr" rtl="0">
              <a:lnSpc>
                <a:spcPct val="100000"/>
              </a:lnSpc>
              <a:spcBef>
                <a:spcPts val="0"/>
              </a:spcBef>
              <a:spcAft>
                <a:spcPts val="0"/>
              </a:spcAft>
              <a:buSzPts val="2900"/>
              <a:buNone/>
              <a:defRPr sz="2900"/>
            </a:lvl6pPr>
            <a:lvl7pPr lvl="6" algn="ctr" rtl="0">
              <a:lnSpc>
                <a:spcPct val="100000"/>
              </a:lnSpc>
              <a:spcBef>
                <a:spcPts val="0"/>
              </a:spcBef>
              <a:spcAft>
                <a:spcPts val="0"/>
              </a:spcAft>
              <a:buSzPts val="2900"/>
              <a:buNone/>
              <a:defRPr sz="2900"/>
            </a:lvl7pPr>
            <a:lvl8pPr lvl="7" algn="ctr" rtl="0">
              <a:lnSpc>
                <a:spcPct val="100000"/>
              </a:lnSpc>
              <a:spcBef>
                <a:spcPts val="0"/>
              </a:spcBef>
              <a:spcAft>
                <a:spcPts val="0"/>
              </a:spcAft>
              <a:buSzPts val="2900"/>
              <a:buNone/>
              <a:defRPr sz="2900"/>
            </a:lvl8pPr>
            <a:lvl9pPr lvl="8" algn="ctr" rtl="0">
              <a:lnSpc>
                <a:spcPct val="100000"/>
              </a:lnSpc>
              <a:spcBef>
                <a:spcPts val="0"/>
              </a:spcBef>
              <a:spcAft>
                <a:spcPts val="0"/>
              </a:spcAft>
              <a:buSzPts val="2900"/>
              <a:buNone/>
              <a:defRPr sz="29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hanks!">
  <p:cSld name="CUSTOM_13">
    <p:spTree>
      <p:nvGrpSpPr>
        <p:cNvPr id="1" name="Shape 51"/>
        <p:cNvGrpSpPr/>
        <p:nvPr/>
      </p:nvGrpSpPr>
      <p:grpSpPr>
        <a:xfrm>
          <a:off x="0" y="0"/>
          <a:ext cx="0" cy="0"/>
          <a:chOff x="0" y="0"/>
          <a:chExt cx="0" cy="0"/>
        </a:xfrm>
      </p:grpSpPr>
      <p:sp>
        <p:nvSpPr>
          <p:cNvPr id="52" name="Google Shape;52;p3"/>
          <p:cNvSpPr/>
          <p:nvPr/>
        </p:nvSpPr>
        <p:spPr>
          <a:xfrm>
            <a:off x="0" y="4357775"/>
            <a:ext cx="6633906" cy="785368"/>
          </a:xfrm>
          <a:custGeom>
            <a:avLst/>
            <a:gdLst/>
            <a:ahLst/>
            <a:cxnLst/>
            <a:rect l="l" t="t" r="r" b="b"/>
            <a:pathLst>
              <a:path w="17241" h="16396" extrusionOk="0">
                <a:moveTo>
                  <a:pt x="0" y="1"/>
                </a:moveTo>
                <a:lnTo>
                  <a:pt x="0" y="16396"/>
                </a:lnTo>
                <a:lnTo>
                  <a:pt x="17240" y="16396"/>
                </a:lnTo>
                <a:lnTo>
                  <a:pt x="17240"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3"/>
          <p:cNvSpPr/>
          <p:nvPr/>
        </p:nvSpPr>
        <p:spPr>
          <a:xfrm>
            <a:off x="8355575" y="4357775"/>
            <a:ext cx="788431" cy="785368"/>
          </a:xfrm>
          <a:custGeom>
            <a:avLst/>
            <a:gdLst/>
            <a:ahLst/>
            <a:cxnLst/>
            <a:rect l="l" t="t" r="r" b="b"/>
            <a:pathLst>
              <a:path w="17241" h="16396" extrusionOk="0">
                <a:moveTo>
                  <a:pt x="0" y="1"/>
                </a:moveTo>
                <a:lnTo>
                  <a:pt x="0" y="16396"/>
                </a:lnTo>
                <a:lnTo>
                  <a:pt x="17240" y="16396"/>
                </a:lnTo>
                <a:lnTo>
                  <a:pt x="1724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3"/>
          <p:cNvSpPr/>
          <p:nvPr/>
        </p:nvSpPr>
        <p:spPr>
          <a:xfrm>
            <a:off x="1923700" y="0"/>
            <a:ext cx="7220221" cy="2724140"/>
          </a:xfrm>
          <a:custGeom>
            <a:avLst/>
            <a:gdLst/>
            <a:ahLst/>
            <a:cxnLst/>
            <a:rect l="l" t="t" r="r" b="b"/>
            <a:pathLst>
              <a:path w="52686" h="24170" extrusionOk="0">
                <a:moveTo>
                  <a:pt x="1" y="0"/>
                </a:moveTo>
                <a:lnTo>
                  <a:pt x="1" y="24170"/>
                </a:lnTo>
                <a:lnTo>
                  <a:pt x="52686" y="24170"/>
                </a:lnTo>
                <a:lnTo>
                  <a:pt x="5268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3"/>
          <p:cNvSpPr txBox="1">
            <a:spLocks noGrp="1"/>
          </p:cNvSpPr>
          <p:nvPr>
            <p:ph type="title"/>
          </p:nvPr>
        </p:nvSpPr>
        <p:spPr>
          <a:xfrm>
            <a:off x="2951850" y="700250"/>
            <a:ext cx="3240300" cy="6690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4300">
                <a:solidFill>
                  <a:schemeClr val="dk1"/>
                </a:solidFill>
              </a:defRPr>
            </a:lvl1pPr>
            <a:lvl2pPr lvl="1" algn="ctr" rtl="0">
              <a:spcBef>
                <a:spcPts val="0"/>
              </a:spcBef>
              <a:spcAft>
                <a:spcPts val="0"/>
              </a:spcAft>
              <a:buNone/>
              <a:defRPr sz="3000">
                <a:solidFill>
                  <a:schemeClr val="dk1"/>
                </a:solidFill>
              </a:defRPr>
            </a:lvl2pPr>
            <a:lvl3pPr lvl="2" algn="ctr" rtl="0">
              <a:spcBef>
                <a:spcPts val="0"/>
              </a:spcBef>
              <a:spcAft>
                <a:spcPts val="0"/>
              </a:spcAft>
              <a:buNone/>
              <a:defRPr sz="3000">
                <a:solidFill>
                  <a:schemeClr val="dk1"/>
                </a:solidFill>
              </a:defRPr>
            </a:lvl3pPr>
            <a:lvl4pPr lvl="3" algn="ctr" rtl="0">
              <a:spcBef>
                <a:spcPts val="0"/>
              </a:spcBef>
              <a:spcAft>
                <a:spcPts val="0"/>
              </a:spcAft>
              <a:buNone/>
              <a:defRPr sz="3000">
                <a:solidFill>
                  <a:schemeClr val="dk1"/>
                </a:solidFill>
              </a:defRPr>
            </a:lvl4pPr>
            <a:lvl5pPr lvl="4" algn="ctr" rtl="0">
              <a:spcBef>
                <a:spcPts val="0"/>
              </a:spcBef>
              <a:spcAft>
                <a:spcPts val="0"/>
              </a:spcAft>
              <a:buNone/>
              <a:defRPr sz="3000">
                <a:solidFill>
                  <a:schemeClr val="dk1"/>
                </a:solidFill>
              </a:defRPr>
            </a:lvl5pPr>
            <a:lvl6pPr lvl="5" algn="ctr" rtl="0">
              <a:spcBef>
                <a:spcPts val="0"/>
              </a:spcBef>
              <a:spcAft>
                <a:spcPts val="0"/>
              </a:spcAft>
              <a:buNone/>
              <a:defRPr sz="3000">
                <a:solidFill>
                  <a:schemeClr val="dk1"/>
                </a:solidFill>
              </a:defRPr>
            </a:lvl6pPr>
            <a:lvl7pPr lvl="6" algn="ctr" rtl="0">
              <a:spcBef>
                <a:spcPts val="0"/>
              </a:spcBef>
              <a:spcAft>
                <a:spcPts val="0"/>
              </a:spcAft>
              <a:buNone/>
              <a:defRPr sz="3000">
                <a:solidFill>
                  <a:schemeClr val="dk1"/>
                </a:solidFill>
              </a:defRPr>
            </a:lvl7pPr>
            <a:lvl8pPr lvl="7" algn="ctr" rtl="0">
              <a:spcBef>
                <a:spcPts val="0"/>
              </a:spcBef>
              <a:spcAft>
                <a:spcPts val="0"/>
              </a:spcAft>
              <a:buNone/>
              <a:defRPr sz="3000">
                <a:solidFill>
                  <a:schemeClr val="dk1"/>
                </a:solidFill>
              </a:defRPr>
            </a:lvl8pPr>
            <a:lvl9pPr lvl="8" algn="ctr" rtl="0">
              <a:spcBef>
                <a:spcPts val="0"/>
              </a:spcBef>
              <a:spcAft>
                <a:spcPts val="0"/>
              </a:spcAft>
              <a:buNone/>
              <a:defRPr sz="3000">
                <a:solidFill>
                  <a:schemeClr val="dk1"/>
                </a:solidFill>
              </a:defRPr>
            </a:lvl9pPr>
          </a:lstStyle>
          <a:p>
            <a:endParaRPr/>
          </a:p>
        </p:txBody>
      </p:sp>
      <p:sp>
        <p:nvSpPr>
          <p:cNvPr id="56" name="Google Shape;56;p3"/>
          <p:cNvSpPr txBox="1">
            <a:spLocks noGrp="1"/>
          </p:cNvSpPr>
          <p:nvPr>
            <p:ph type="subTitle" idx="1"/>
          </p:nvPr>
        </p:nvSpPr>
        <p:spPr>
          <a:xfrm>
            <a:off x="2951850" y="1515875"/>
            <a:ext cx="3240300" cy="1208400"/>
          </a:xfrm>
          <a:prstGeom prst="rect">
            <a:avLst/>
          </a:prstGeom>
        </p:spPr>
        <p:txBody>
          <a:bodyPr spcFirstLastPara="1" wrap="square" lIns="91425" tIns="0" rIns="91425" bIns="91425" anchor="t" anchorCtr="0">
            <a:noAutofit/>
          </a:bodyPr>
          <a:lstStyle>
            <a:lvl1pPr lvl="0" algn="ctr" rtl="0">
              <a:lnSpc>
                <a:spcPct val="100000"/>
              </a:lnSpc>
              <a:spcBef>
                <a:spcPts val="0"/>
              </a:spcBef>
              <a:spcAft>
                <a:spcPts val="0"/>
              </a:spcAft>
              <a:buClr>
                <a:schemeClr val="dk1"/>
              </a:buClr>
              <a:buSzPts val="3000"/>
              <a:buNone/>
              <a:defRPr sz="1600">
                <a:solidFill>
                  <a:schemeClr val="dk1"/>
                </a:solidFill>
              </a:defRPr>
            </a:lvl1pPr>
            <a:lvl2pPr lvl="1" algn="ctr" rtl="0">
              <a:lnSpc>
                <a:spcPct val="100000"/>
              </a:lnSpc>
              <a:spcBef>
                <a:spcPts val="0"/>
              </a:spcBef>
              <a:spcAft>
                <a:spcPts val="0"/>
              </a:spcAft>
              <a:buClr>
                <a:schemeClr val="dk1"/>
              </a:buClr>
              <a:buSzPts val="2800"/>
              <a:buNone/>
              <a:defRPr sz="2800">
                <a:solidFill>
                  <a:schemeClr val="dk1"/>
                </a:solidFill>
              </a:defRPr>
            </a:lvl2pPr>
            <a:lvl3pPr lvl="2" algn="ctr" rtl="0">
              <a:lnSpc>
                <a:spcPct val="100000"/>
              </a:lnSpc>
              <a:spcBef>
                <a:spcPts val="0"/>
              </a:spcBef>
              <a:spcAft>
                <a:spcPts val="0"/>
              </a:spcAft>
              <a:buClr>
                <a:schemeClr val="dk1"/>
              </a:buClr>
              <a:buSzPts val="2800"/>
              <a:buNone/>
              <a:defRPr sz="2800">
                <a:solidFill>
                  <a:schemeClr val="dk1"/>
                </a:solidFill>
              </a:defRPr>
            </a:lvl3pPr>
            <a:lvl4pPr lvl="3" algn="ctr" rtl="0">
              <a:lnSpc>
                <a:spcPct val="100000"/>
              </a:lnSpc>
              <a:spcBef>
                <a:spcPts val="0"/>
              </a:spcBef>
              <a:spcAft>
                <a:spcPts val="0"/>
              </a:spcAft>
              <a:buClr>
                <a:schemeClr val="dk1"/>
              </a:buClr>
              <a:buSzPts val="2800"/>
              <a:buNone/>
              <a:defRPr sz="2800">
                <a:solidFill>
                  <a:schemeClr val="dk1"/>
                </a:solidFill>
              </a:defRPr>
            </a:lvl4pPr>
            <a:lvl5pPr lvl="4" algn="ctr" rtl="0">
              <a:lnSpc>
                <a:spcPct val="100000"/>
              </a:lnSpc>
              <a:spcBef>
                <a:spcPts val="0"/>
              </a:spcBef>
              <a:spcAft>
                <a:spcPts val="0"/>
              </a:spcAft>
              <a:buClr>
                <a:schemeClr val="dk1"/>
              </a:buClr>
              <a:buSzPts val="2800"/>
              <a:buNone/>
              <a:defRPr sz="2800">
                <a:solidFill>
                  <a:schemeClr val="dk1"/>
                </a:solidFill>
              </a:defRPr>
            </a:lvl5pPr>
            <a:lvl6pPr lvl="5" algn="ctr" rtl="0">
              <a:lnSpc>
                <a:spcPct val="100000"/>
              </a:lnSpc>
              <a:spcBef>
                <a:spcPts val="0"/>
              </a:spcBef>
              <a:spcAft>
                <a:spcPts val="0"/>
              </a:spcAft>
              <a:buClr>
                <a:schemeClr val="dk1"/>
              </a:buClr>
              <a:buSzPts val="2800"/>
              <a:buNone/>
              <a:defRPr sz="2800">
                <a:solidFill>
                  <a:schemeClr val="dk1"/>
                </a:solidFill>
              </a:defRPr>
            </a:lvl6pPr>
            <a:lvl7pPr lvl="6" algn="ctr" rtl="0">
              <a:lnSpc>
                <a:spcPct val="100000"/>
              </a:lnSpc>
              <a:spcBef>
                <a:spcPts val="0"/>
              </a:spcBef>
              <a:spcAft>
                <a:spcPts val="0"/>
              </a:spcAft>
              <a:buClr>
                <a:schemeClr val="dk1"/>
              </a:buClr>
              <a:buSzPts val="2800"/>
              <a:buNone/>
              <a:defRPr sz="2800">
                <a:solidFill>
                  <a:schemeClr val="dk1"/>
                </a:solidFill>
              </a:defRPr>
            </a:lvl7pPr>
            <a:lvl8pPr lvl="7" algn="ctr" rtl="0">
              <a:lnSpc>
                <a:spcPct val="100000"/>
              </a:lnSpc>
              <a:spcBef>
                <a:spcPts val="0"/>
              </a:spcBef>
              <a:spcAft>
                <a:spcPts val="0"/>
              </a:spcAft>
              <a:buClr>
                <a:schemeClr val="dk1"/>
              </a:buClr>
              <a:buSzPts val="2800"/>
              <a:buNone/>
              <a:defRPr sz="2800">
                <a:solidFill>
                  <a:schemeClr val="dk1"/>
                </a:solidFill>
              </a:defRPr>
            </a:lvl8pPr>
            <a:lvl9pPr lvl="8" algn="ctr" rtl="0">
              <a:lnSpc>
                <a:spcPct val="100000"/>
              </a:lnSpc>
              <a:spcBef>
                <a:spcPts val="0"/>
              </a:spcBef>
              <a:spcAft>
                <a:spcPts val="0"/>
              </a:spcAft>
              <a:buClr>
                <a:schemeClr val="dk1"/>
              </a:buClr>
              <a:buSzPts val="2800"/>
              <a:buNone/>
              <a:defRPr sz="2800">
                <a:solidFill>
                  <a:schemeClr val="dk1"/>
                </a:solidFill>
              </a:defRPr>
            </a:lvl9pPr>
          </a:lstStyle>
          <a:p>
            <a:endParaRPr/>
          </a:p>
        </p:txBody>
      </p:sp>
      <p:sp>
        <p:nvSpPr>
          <p:cNvPr id="57" name="Google Shape;57;p3"/>
          <p:cNvSpPr txBox="1"/>
          <p:nvPr/>
        </p:nvSpPr>
        <p:spPr>
          <a:xfrm>
            <a:off x="2510100" y="3306950"/>
            <a:ext cx="4123800" cy="919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latin typeface="Anaheim"/>
                <a:ea typeface="Anaheim"/>
                <a:cs typeface="Anaheim"/>
                <a:sym typeface="Anaheim"/>
              </a:rPr>
              <a:t>CREDITS: This presentation template was created by Slidesgo, incluiding icons by Flaticon, and infographics &amp; images by Freepik.</a:t>
            </a:r>
            <a:endParaRPr>
              <a:solidFill>
                <a:schemeClr val="lt1"/>
              </a:solidFill>
              <a:latin typeface="Anaheim"/>
              <a:ea typeface="Anaheim"/>
              <a:cs typeface="Anaheim"/>
              <a:sym typeface="Anaheim"/>
            </a:endParaRPr>
          </a:p>
        </p:txBody>
      </p:sp>
      <p:sp>
        <p:nvSpPr>
          <p:cNvPr id="58" name="Google Shape;58;p3"/>
          <p:cNvSpPr/>
          <p:nvPr/>
        </p:nvSpPr>
        <p:spPr>
          <a:xfrm>
            <a:off x="7377200" y="2089950"/>
            <a:ext cx="1766704" cy="356851"/>
          </a:xfrm>
          <a:custGeom>
            <a:avLst/>
            <a:gdLst/>
            <a:ahLst/>
            <a:cxnLst/>
            <a:rect l="l" t="t" r="r" b="b"/>
            <a:pathLst>
              <a:path w="15325" h="2775" extrusionOk="0">
                <a:moveTo>
                  <a:pt x="1" y="0"/>
                </a:moveTo>
                <a:lnTo>
                  <a:pt x="1" y="2774"/>
                </a:lnTo>
                <a:lnTo>
                  <a:pt x="15324" y="2774"/>
                </a:lnTo>
                <a:lnTo>
                  <a:pt x="15324" y="0"/>
                </a:lnTo>
                <a:close/>
              </a:path>
            </a:pathLst>
          </a:custGeom>
          <a:solidFill>
            <a:srgbClr val="FFFFFF">
              <a:alpha val="1254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3"/>
          <p:cNvSpPr/>
          <p:nvPr/>
        </p:nvSpPr>
        <p:spPr>
          <a:xfrm>
            <a:off x="357025" y="2089950"/>
            <a:ext cx="2071751" cy="356851"/>
          </a:xfrm>
          <a:custGeom>
            <a:avLst/>
            <a:gdLst/>
            <a:ahLst/>
            <a:cxnLst/>
            <a:rect l="l" t="t" r="r" b="b"/>
            <a:pathLst>
              <a:path w="4300" h="2775" extrusionOk="0">
                <a:moveTo>
                  <a:pt x="1" y="0"/>
                </a:moveTo>
                <a:lnTo>
                  <a:pt x="1" y="2774"/>
                </a:lnTo>
                <a:lnTo>
                  <a:pt x="4299" y="2774"/>
                </a:lnTo>
                <a:lnTo>
                  <a:pt x="4299" y="0"/>
                </a:lnTo>
                <a:close/>
              </a:path>
            </a:pathLst>
          </a:custGeom>
          <a:solidFill>
            <a:srgbClr val="FFFFFF">
              <a:alpha val="19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3"/>
          <p:cNvSpPr/>
          <p:nvPr/>
        </p:nvSpPr>
        <p:spPr>
          <a:xfrm>
            <a:off x="6810278" y="1500450"/>
            <a:ext cx="1104154" cy="356872"/>
          </a:xfrm>
          <a:custGeom>
            <a:avLst/>
            <a:gdLst/>
            <a:ahLst/>
            <a:cxnLst/>
            <a:rect l="l" t="t" r="r" b="b"/>
            <a:pathLst>
              <a:path w="18027" h="2775" extrusionOk="0">
                <a:moveTo>
                  <a:pt x="0" y="0"/>
                </a:moveTo>
                <a:lnTo>
                  <a:pt x="0" y="2774"/>
                </a:lnTo>
                <a:lnTo>
                  <a:pt x="18026" y="2774"/>
                </a:lnTo>
                <a:lnTo>
                  <a:pt x="18026"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3"/>
          <p:cNvSpPr/>
          <p:nvPr/>
        </p:nvSpPr>
        <p:spPr>
          <a:xfrm>
            <a:off x="6896029" y="2679300"/>
            <a:ext cx="2247805" cy="355450"/>
          </a:xfrm>
          <a:custGeom>
            <a:avLst/>
            <a:gdLst/>
            <a:ahLst/>
            <a:cxnLst/>
            <a:rect l="l" t="t" r="r" b="b"/>
            <a:pathLst>
              <a:path w="12872" h="2764" extrusionOk="0">
                <a:moveTo>
                  <a:pt x="1" y="1"/>
                </a:moveTo>
                <a:lnTo>
                  <a:pt x="1" y="2763"/>
                </a:lnTo>
                <a:lnTo>
                  <a:pt x="12871" y="2763"/>
                </a:lnTo>
                <a:lnTo>
                  <a:pt x="12871"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3"/>
          <p:cNvSpPr/>
          <p:nvPr/>
        </p:nvSpPr>
        <p:spPr>
          <a:xfrm>
            <a:off x="8105579" y="1500450"/>
            <a:ext cx="1038298" cy="356872"/>
          </a:xfrm>
          <a:custGeom>
            <a:avLst/>
            <a:gdLst/>
            <a:ahLst/>
            <a:cxnLst/>
            <a:rect l="l" t="t" r="r" b="b"/>
            <a:pathLst>
              <a:path w="2882" h="2775" extrusionOk="0">
                <a:moveTo>
                  <a:pt x="1" y="0"/>
                </a:moveTo>
                <a:lnTo>
                  <a:pt x="1" y="2774"/>
                </a:lnTo>
                <a:lnTo>
                  <a:pt x="2882" y="2774"/>
                </a:lnTo>
                <a:lnTo>
                  <a:pt x="2882" y="0"/>
                </a:lnTo>
                <a:close/>
              </a:path>
            </a:pathLst>
          </a:custGeom>
          <a:solidFill>
            <a:srgbClr val="FFFFFF">
              <a:alpha val="564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3"/>
          <p:cNvSpPr/>
          <p:nvPr/>
        </p:nvSpPr>
        <p:spPr>
          <a:xfrm>
            <a:off x="6739789" y="3268775"/>
            <a:ext cx="1104128" cy="355450"/>
          </a:xfrm>
          <a:custGeom>
            <a:avLst/>
            <a:gdLst/>
            <a:ahLst/>
            <a:cxnLst/>
            <a:rect l="l" t="t" r="r" b="b"/>
            <a:pathLst>
              <a:path w="18396" h="2764" extrusionOk="0">
                <a:moveTo>
                  <a:pt x="1" y="1"/>
                </a:moveTo>
                <a:lnTo>
                  <a:pt x="1" y="2763"/>
                </a:lnTo>
                <a:lnTo>
                  <a:pt x="18396" y="2763"/>
                </a:lnTo>
                <a:lnTo>
                  <a:pt x="18396"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3"/>
          <p:cNvSpPr/>
          <p:nvPr/>
        </p:nvSpPr>
        <p:spPr>
          <a:xfrm>
            <a:off x="18" y="3268775"/>
            <a:ext cx="1038298" cy="355450"/>
          </a:xfrm>
          <a:custGeom>
            <a:avLst/>
            <a:gdLst/>
            <a:ahLst/>
            <a:cxnLst/>
            <a:rect l="l" t="t" r="r" b="b"/>
            <a:pathLst>
              <a:path w="2882" h="2764" extrusionOk="0">
                <a:moveTo>
                  <a:pt x="0" y="1"/>
                </a:moveTo>
                <a:lnTo>
                  <a:pt x="0" y="2763"/>
                </a:lnTo>
                <a:lnTo>
                  <a:pt x="2881" y="2763"/>
                </a:lnTo>
                <a:lnTo>
                  <a:pt x="2881" y="1"/>
                </a:lnTo>
                <a:close/>
              </a:path>
            </a:pathLst>
          </a:custGeom>
          <a:solidFill>
            <a:srgbClr val="FFFFFF">
              <a:alpha val="501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3"/>
          <p:cNvSpPr/>
          <p:nvPr/>
        </p:nvSpPr>
        <p:spPr>
          <a:xfrm>
            <a:off x="10" y="1500456"/>
            <a:ext cx="1104138" cy="356858"/>
          </a:xfrm>
          <a:custGeom>
            <a:avLst/>
            <a:gdLst/>
            <a:ahLst/>
            <a:cxnLst/>
            <a:rect l="l" t="t" r="r" b="b"/>
            <a:pathLst>
              <a:path w="8586" h="2775" extrusionOk="0">
                <a:moveTo>
                  <a:pt x="1" y="0"/>
                </a:moveTo>
                <a:lnTo>
                  <a:pt x="1" y="2774"/>
                </a:lnTo>
                <a:lnTo>
                  <a:pt x="8585" y="2774"/>
                </a:lnTo>
                <a:lnTo>
                  <a:pt x="8585"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3"/>
          <p:cNvSpPr/>
          <p:nvPr/>
        </p:nvSpPr>
        <p:spPr>
          <a:xfrm>
            <a:off x="1299972" y="1500450"/>
            <a:ext cx="490621" cy="356872"/>
          </a:xfrm>
          <a:custGeom>
            <a:avLst/>
            <a:gdLst/>
            <a:ahLst/>
            <a:cxnLst/>
            <a:rect l="l" t="t" r="r" b="b"/>
            <a:pathLst>
              <a:path w="18396" h="2775" extrusionOk="0">
                <a:moveTo>
                  <a:pt x="0" y="0"/>
                </a:moveTo>
                <a:lnTo>
                  <a:pt x="0" y="2774"/>
                </a:lnTo>
                <a:lnTo>
                  <a:pt x="18396" y="2774"/>
                </a:lnTo>
                <a:lnTo>
                  <a:pt x="18396"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88"/>
        <p:cNvGrpSpPr/>
        <p:nvPr/>
      </p:nvGrpSpPr>
      <p:grpSpPr>
        <a:xfrm>
          <a:off x="0" y="0"/>
          <a:ext cx="0" cy="0"/>
          <a:chOff x="0" y="0"/>
          <a:chExt cx="0" cy="0"/>
        </a:xfrm>
      </p:grpSpPr>
      <p:sp>
        <p:nvSpPr>
          <p:cNvPr id="89" name="Google Shape;89;p5"/>
          <p:cNvSpPr/>
          <p:nvPr/>
        </p:nvSpPr>
        <p:spPr>
          <a:xfrm>
            <a:off x="0" y="1515825"/>
            <a:ext cx="2943127" cy="241405"/>
          </a:xfrm>
          <a:custGeom>
            <a:avLst/>
            <a:gdLst/>
            <a:ahLst/>
            <a:cxnLst/>
            <a:rect l="l" t="t" r="r" b="b"/>
            <a:pathLst>
              <a:path w="146079" h="5859" extrusionOk="0">
                <a:moveTo>
                  <a:pt x="1" y="1"/>
                </a:moveTo>
                <a:lnTo>
                  <a:pt x="1" y="5858"/>
                </a:lnTo>
                <a:lnTo>
                  <a:pt x="146079" y="5858"/>
                </a:lnTo>
                <a:lnTo>
                  <a:pt x="14607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5"/>
          <p:cNvSpPr txBox="1">
            <a:spLocks noGrp="1"/>
          </p:cNvSpPr>
          <p:nvPr>
            <p:ph type="body" idx="1"/>
          </p:nvPr>
        </p:nvSpPr>
        <p:spPr>
          <a:xfrm>
            <a:off x="609499" y="1973025"/>
            <a:ext cx="3512700" cy="2130900"/>
          </a:xfrm>
          <a:prstGeom prst="rect">
            <a:avLst/>
          </a:prstGeom>
        </p:spPr>
        <p:txBody>
          <a:bodyPr spcFirstLastPara="1" wrap="square" lIns="91425" tIns="91425" rIns="91425" bIns="91425" anchor="t" anchorCtr="0">
            <a:noAutofit/>
          </a:bodyPr>
          <a:lstStyle>
            <a:lvl1pPr marL="457200" lvl="0" indent="-330200" rtl="0">
              <a:lnSpc>
                <a:spcPct val="100000"/>
              </a:lnSpc>
              <a:spcBef>
                <a:spcPts val="0"/>
              </a:spcBef>
              <a:spcAft>
                <a:spcPts val="0"/>
              </a:spcAft>
              <a:buSzPts val="1600"/>
              <a:buFont typeface="Raleway SemiBold"/>
              <a:buChar char="●"/>
              <a:defRPr sz="1600"/>
            </a:lvl1pPr>
            <a:lvl2pPr marL="914400" lvl="1" indent="-330200" rtl="0">
              <a:spcBef>
                <a:spcPts val="0"/>
              </a:spcBef>
              <a:spcAft>
                <a:spcPts val="0"/>
              </a:spcAft>
              <a:buSzPts val="1600"/>
              <a:buFont typeface="Nunito Light"/>
              <a:buChar char="○"/>
              <a:defRPr sz="1600"/>
            </a:lvl2pPr>
            <a:lvl3pPr marL="1371600" lvl="2" indent="-330200" rtl="0">
              <a:spcBef>
                <a:spcPts val="1600"/>
              </a:spcBef>
              <a:spcAft>
                <a:spcPts val="0"/>
              </a:spcAft>
              <a:buSzPts val="1600"/>
              <a:buFont typeface="Nunito Light"/>
              <a:buChar char="■"/>
              <a:defRPr sz="1600"/>
            </a:lvl3pPr>
            <a:lvl4pPr marL="1828800" lvl="3" indent="-330200" rtl="0">
              <a:spcBef>
                <a:spcPts val="1600"/>
              </a:spcBef>
              <a:spcAft>
                <a:spcPts val="0"/>
              </a:spcAft>
              <a:buSzPts val="1600"/>
              <a:buFont typeface="Nunito Light"/>
              <a:buChar char="●"/>
              <a:defRPr sz="1600"/>
            </a:lvl4pPr>
            <a:lvl5pPr marL="2286000" lvl="4" indent="-330200" rtl="0">
              <a:spcBef>
                <a:spcPts val="1600"/>
              </a:spcBef>
              <a:spcAft>
                <a:spcPts val="0"/>
              </a:spcAft>
              <a:buSzPts val="1600"/>
              <a:buFont typeface="Nunito Light"/>
              <a:buChar char="○"/>
              <a:defRPr sz="1600"/>
            </a:lvl5pPr>
            <a:lvl6pPr marL="2743200" lvl="5" indent="-330200" rtl="0">
              <a:spcBef>
                <a:spcPts val="1600"/>
              </a:spcBef>
              <a:spcAft>
                <a:spcPts val="0"/>
              </a:spcAft>
              <a:buSzPts val="1600"/>
              <a:buFont typeface="Nunito Light"/>
              <a:buChar char="■"/>
              <a:defRPr sz="1600"/>
            </a:lvl6pPr>
            <a:lvl7pPr marL="3200400" lvl="6" indent="-330200" rtl="0">
              <a:spcBef>
                <a:spcPts val="1600"/>
              </a:spcBef>
              <a:spcAft>
                <a:spcPts val="0"/>
              </a:spcAft>
              <a:buSzPts val="1600"/>
              <a:buFont typeface="Nunito Light"/>
              <a:buChar char="●"/>
              <a:defRPr sz="1600"/>
            </a:lvl7pPr>
            <a:lvl8pPr marL="3657600" lvl="7" indent="-330200" rtl="0">
              <a:spcBef>
                <a:spcPts val="1600"/>
              </a:spcBef>
              <a:spcAft>
                <a:spcPts val="0"/>
              </a:spcAft>
              <a:buSzPts val="1600"/>
              <a:buFont typeface="Nunito Light"/>
              <a:buChar char="○"/>
              <a:defRPr sz="1600"/>
            </a:lvl8pPr>
            <a:lvl9pPr marL="4114800" lvl="8" indent="-330200" rtl="0">
              <a:spcBef>
                <a:spcPts val="1600"/>
              </a:spcBef>
              <a:spcAft>
                <a:spcPts val="1600"/>
              </a:spcAft>
              <a:buSzPts val="1600"/>
              <a:buFont typeface="Nunito Light"/>
              <a:buChar char="■"/>
              <a:defRPr sz="1600"/>
            </a:lvl9pPr>
          </a:lstStyle>
          <a:p>
            <a:endParaRPr/>
          </a:p>
        </p:txBody>
      </p:sp>
      <p:sp>
        <p:nvSpPr>
          <p:cNvPr id="91" name="Google Shape;91;p5"/>
          <p:cNvSpPr txBox="1">
            <a:spLocks noGrp="1"/>
          </p:cNvSpPr>
          <p:nvPr>
            <p:ph type="title"/>
          </p:nvPr>
        </p:nvSpPr>
        <p:spPr>
          <a:xfrm>
            <a:off x="560825" y="1168325"/>
            <a:ext cx="3561300" cy="669000"/>
          </a:xfrm>
          <a:prstGeom prst="rect">
            <a:avLst/>
          </a:prstGeom>
        </p:spPr>
        <p:txBody>
          <a:bodyPr spcFirstLastPara="1" wrap="square" lIns="91425" tIns="91425" rIns="91425" bIns="91425" anchor="t" anchorCtr="0">
            <a:noAutofit/>
          </a:bodyPr>
          <a:lstStyle>
            <a:lvl1pPr lvl="0" rtl="0">
              <a:spcBef>
                <a:spcPts val="0"/>
              </a:spcBef>
              <a:spcAft>
                <a:spcPts val="0"/>
              </a:spcAft>
              <a:buNone/>
              <a:defRPr sz="3000">
                <a:solidFill>
                  <a:schemeClr val="dk2"/>
                </a:solidFill>
              </a:defRPr>
            </a:lvl1pPr>
            <a:lvl2pPr lvl="1" rtl="0">
              <a:spcBef>
                <a:spcPts val="0"/>
              </a:spcBef>
              <a:spcAft>
                <a:spcPts val="0"/>
              </a:spcAft>
              <a:buNone/>
              <a:defRPr sz="3000"/>
            </a:lvl2pPr>
            <a:lvl3pPr lvl="2" rtl="0">
              <a:spcBef>
                <a:spcPts val="0"/>
              </a:spcBef>
              <a:spcAft>
                <a:spcPts val="0"/>
              </a:spcAft>
              <a:buNone/>
              <a:defRPr sz="3000"/>
            </a:lvl3pPr>
            <a:lvl4pPr lvl="3" rtl="0">
              <a:spcBef>
                <a:spcPts val="0"/>
              </a:spcBef>
              <a:spcAft>
                <a:spcPts val="0"/>
              </a:spcAft>
              <a:buNone/>
              <a:defRPr sz="3000"/>
            </a:lvl4pPr>
            <a:lvl5pPr lvl="4" rtl="0">
              <a:spcBef>
                <a:spcPts val="0"/>
              </a:spcBef>
              <a:spcAft>
                <a:spcPts val="0"/>
              </a:spcAft>
              <a:buNone/>
              <a:defRPr sz="3000"/>
            </a:lvl5pPr>
            <a:lvl6pPr lvl="5" rtl="0">
              <a:spcBef>
                <a:spcPts val="0"/>
              </a:spcBef>
              <a:spcAft>
                <a:spcPts val="0"/>
              </a:spcAft>
              <a:buNone/>
              <a:defRPr sz="3000"/>
            </a:lvl6pPr>
            <a:lvl7pPr lvl="6" rtl="0">
              <a:spcBef>
                <a:spcPts val="0"/>
              </a:spcBef>
              <a:spcAft>
                <a:spcPts val="0"/>
              </a:spcAft>
              <a:buNone/>
              <a:defRPr sz="3000"/>
            </a:lvl7pPr>
            <a:lvl8pPr lvl="7" rtl="0">
              <a:spcBef>
                <a:spcPts val="0"/>
              </a:spcBef>
              <a:spcAft>
                <a:spcPts val="0"/>
              </a:spcAft>
              <a:buNone/>
              <a:defRPr sz="3000"/>
            </a:lvl8pPr>
            <a:lvl9pPr lvl="8" rtl="0">
              <a:spcBef>
                <a:spcPts val="0"/>
              </a:spcBef>
              <a:spcAft>
                <a:spcPts val="0"/>
              </a:spcAft>
              <a:buNone/>
              <a:defRPr sz="3000"/>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99"/>
        <p:cNvGrpSpPr/>
        <p:nvPr/>
      </p:nvGrpSpPr>
      <p:grpSpPr>
        <a:xfrm>
          <a:off x="0" y="0"/>
          <a:ext cx="0" cy="0"/>
          <a:chOff x="0" y="0"/>
          <a:chExt cx="0" cy="0"/>
        </a:xfrm>
      </p:grpSpPr>
      <p:sp>
        <p:nvSpPr>
          <p:cNvPr id="100" name="Google Shape;100;p7"/>
          <p:cNvSpPr txBox="1">
            <a:spLocks noGrp="1"/>
          </p:cNvSpPr>
          <p:nvPr>
            <p:ph type="title"/>
          </p:nvPr>
        </p:nvSpPr>
        <p:spPr>
          <a:xfrm>
            <a:off x="1278050" y="343200"/>
            <a:ext cx="6588000" cy="6690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3000">
                <a:solidFill>
                  <a:schemeClr val="dk2"/>
                </a:solidFill>
              </a:defRPr>
            </a:lvl1pPr>
            <a:lvl2pPr lvl="1" algn="ctr" rtl="0">
              <a:spcBef>
                <a:spcPts val="0"/>
              </a:spcBef>
              <a:spcAft>
                <a:spcPts val="0"/>
              </a:spcAft>
              <a:buNone/>
              <a:defRPr sz="3000"/>
            </a:lvl2pPr>
            <a:lvl3pPr lvl="2" algn="ctr" rtl="0">
              <a:spcBef>
                <a:spcPts val="0"/>
              </a:spcBef>
              <a:spcAft>
                <a:spcPts val="0"/>
              </a:spcAft>
              <a:buNone/>
              <a:defRPr sz="3000"/>
            </a:lvl3pPr>
            <a:lvl4pPr lvl="3" algn="ctr" rtl="0">
              <a:spcBef>
                <a:spcPts val="0"/>
              </a:spcBef>
              <a:spcAft>
                <a:spcPts val="0"/>
              </a:spcAft>
              <a:buNone/>
              <a:defRPr sz="3000"/>
            </a:lvl4pPr>
            <a:lvl5pPr lvl="4" algn="ctr" rtl="0">
              <a:spcBef>
                <a:spcPts val="0"/>
              </a:spcBef>
              <a:spcAft>
                <a:spcPts val="0"/>
              </a:spcAft>
              <a:buNone/>
              <a:defRPr sz="3000"/>
            </a:lvl5pPr>
            <a:lvl6pPr lvl="5" algn="ctr" rtl="0">
              <a:spcBef>
                <a:spcPts val="0"/>
              </a:spcBef>
              <a:spcAft>
                <a:spcPts val="0"/>
              </a:spcAft>
              <a:buNone/>
              <a:defRPr sz="3000"/>
            </a:lvl6pPr>
            <a:lvl7pPr lvl="6" algn="ctr" rtl="0">
              <a:spcBef>
                <a:spcPts val="0"/>
              </a:spcBef>
              <a:spcAft>
                <a:spcPts val="0"/>
              </a:spcAft>
              <a:buNone/>
              <a:defRPr sz="3000"/>
            </a:lvl7pPr>
            <a:lvl8pPr lvl="7" algn="ctr" rtl="0">
              <a:spcBef>
                <a:spcPts val="0"/>
              </a:spcBef>
              <a:spcAft>
                <a:spcPts val="0"/>
              </a:spcAft>
              <a:buNone/>
              <a:defRPr sz="3000"/>
            </a:lvl8pPr>
            <a:lvl9pPr lvl="8" algn="ctr" rtl="0">
              <a:spcBef>
                <a:spcPts val="0"/>
              </a:spcBef>
              <a:spcAft>
                <a:spcPts val="0"/>
              </a:spcAft>
              <a:buNone/>
              <a:defRPr sz="3000"/>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61"/>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Shape 191"/>
        <p:cNvGrpSpPr/>
        <p:nvPr/>
      </p:nvGrpSpPr>
      <p:grpSpPr>
        <a:xfrm>
          <a:off x="0" y="0"/>
          <a:ext cx="0" cy="0"/>
          <a:chOff x="0" y="0"/>
          <a:chExt cx="0" cy="0"/>
        </a:xfrm>
      </p:grpSpPr>
      <p:sp>
        <p:nvSpPr>
          <p:cNvPr id="192" name="Google Shape;192;p15"/>
          <p:cNvSpPr/>
          <p:nvPr/>
        </p:nvSpPr>
        <p:spPr>
          <a:xfrm>
            <a:off x="0" y="1584850"/>
            <a:ext cx="4361919" cy="241405"/>
          </a:xfrm>
          <a:custGeom>
            <a:avLst/>
            <a:gdLst/>
            <a:ahLst/>
            <a:cxnLst/>
            <a:rect l="l" t="t" r="r" b="b"/>
            <a:pathLst>
              <a:path w="146079" h="5859" extrusionOk="0">
                <a:moveTo>
                  <a:pt x="1" y="1"/>
                </a:moveTo>
                <a:lnTo>
                  <a:pt x="1" y="5858"/>
                </a:lnTo>
                <a:lnTo>
                  <a:pt x="146079" y="5858"/>
                </a:lnTo>
                <a:lnTo>
                  <a:pt x="14607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15"/>
          <p:cNvSpPr/>
          <p:nvPr/>
        </p:nvSpPr>
        <p:spPr>
          <a:xfrm>
            <a:off x="6076300" y="1584850"/>
            <a:ext cx="1243658" cy="241393"/>
          </a:xfrm>
          <a:custGeom>
            <a:avLst/>
            <a:gdLst/>
            <a:ahLst/>
            <a:cxnLst/>
            <a:rect l="l" t="t" r="r" b="b"/>
            <a:pathLst>
              <a:path w="19503" h="5847" extrusionOk="0">
                <a:moveTo>
                  <a:pt x="0" y="1"/>
                </a:moveTo>
                <a:lnTo>
                  <a:pt x="0" y="5847"/>
                </a:lnTo>
                <a:lnTo>
                  <a:pt x="19503" y="5847"/>
                </a:lnTo>
                <a:lnTo>
                  <a:pt x="1950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15"/>
          <p:cNvSpPr/>
          <p:nvPr/>
        </p:nvSpPr>
        <p:spPr>
          <a:xfrm>
            <a:off x="2172024" y="3002644"/>
            <a:ext cx="1243656" cy="240911"/>
          </a:xfrm>
          <a:custGeom>
            <a:avLst/>
            <a:gdLst/>
            <a:ahLst/>
            <a:cxnLst/>
            <a:rect l="l" t="t" r="r" b="b"/>
            <a:pathLst>
              <a:path w="30184" h="5847" extrusionOk="0">
                <a:moveTo>
                  <a:pt x="1" y="0"/>
                </a:moveTo>
                <a:lnTo>
                  <a:pt x="1" y="5846"/>
                </a:lnTo>
                <a:lnTo>
                  <a:pt x="30183" y="5846"/>
                </a:lnTo>
                <a:lnTo>
                  <a:pt x="3018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15"/>
          <p:cNvSpPr/>
          <p:nvPr/>
        </p:nvSpPr>
        <p:spPr>
          <a:xfrm>
            <a:off x="4667250" y="3002650"/>
            <a:ext cx="4476882" cy="240896"/>
          </a:xfrm>
          <a:custGeom>
            <a:avLst/>
            <a:gdLst/>
            <a:ahLst/>
            <a:cxnLst/>
            <a:rect l="l" t="t" r="r" b="b"/>
            <a:pathLst>
              <a:path w="106491" h="5847" extrusionOk="0">
                <a:moveTo>
                  <a:pt x="1" y="0"/>
                </a:moveTo>
                <a:lnTo>
                  <a:pt x="1" y="5846"/>
                </a:lnTo>
                <a:lnTo>
                  <a:pt x="106490" y="5846"/>
                </a:lnTo>
                <a:lnTo>
                  <a:pt x="10649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15"/>
          <p:cNvSpPr/>
          <p:nvPr/>
        </p:nvSpPr>
        <p:spPr>
          <a:xfrm>
            <a:off x="4552950" y="1584850"/>
            <a:ext cx="1342466" cy="241405"/>
          </a:xfrm>
          <a:custGeom>
            <a:avLst/>
            <a:gdLst/>
            <a:ahLst/>
            <a:cxnLst/>
            <a:rect l="l" t="t" r="r" b="b"/>
            <a:pathLst>
              <a:path w="146079" h="5859" extrusionOk="0">
                <a:moveTo>
                  <a:pt x="1" y="1"/>
                </a:moveTo>
                <a:lnTo>
                  <a:pt x="1" y="5858"/>
                </a:lnTo>
                <a:lnTo>
                  <a:pt x="146079" y="5858"/>
                </a:lnTo>
                <a:lnTo>
                  <a:pt x="14607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15"/>
          <p:cNvSpPr txBox="1">
            <a:spLocks noGrp="1"/>
          </p:cNvSpPr>
          <p:nvPr>
            <p:ph type="ctrTitle"/>
          </p:nvPr>
        </p:nvSpPr>
        <p:spPr>
          <a:xfrm flipH="1">
            <a:off x="2189800" y="1848349"/>
            <a:ext cx="2163900" cy="240900"/>
          </a:xfrm>
          <a:prstGeom prst="rect">
            <a:avLst/>
          </a:prstGeom>
        </p:spPr>
        <p:txBody>
          <a:bodyPr spcFirstLastPara="1" wrap="square" lIns="91425" tIns="0" rIns="91425" bIns="0" anchor="b" anchorCtr="0">
            <a:noAutofit/>
          </a:bodyPr>
          <a:lstStyle>
            <a:lvl1pPr lvl="0" rtl="0">
              <a:spcBef>
                <a:spcPts val="0"/>
              </a:spcBef>
              <a:spcAft>
                <a:spcPts val="0"/>
              </a:spcAft>
              <a:buSzPts val="3500"/>
              <a:buNone/>
              <a:defRPr sz="3500"/>
            </a:lvl1pPr>
            <a:lvl2pPr lvl="1" algn="ctr" rtl="0">
              <a:spcBef>
                <a:spcPts val="0"/>
              </a:spcBef>
              <a:spcAft>
                <a:spcPts val="0"/>
              </a:spcAft>
              <a:buClr>
                <a:srgbClr val="434343"/>
              </a:buClr>
              <a:buSzPts val="3500"/>
              <a:buNone/>
              <a:defRPr sz="3500" b="1">
                <a:solidFill>
                  <a:srgbClr val="434343"/>
                </a:solidFill>
              </a:defRPr>
            </a:lvl2pPr>
            <a:lvl3pPr lvl="2" algn="ctr" rtl="0">
              <a:spcBef>
                <a:spcPts val="0"/>
              </a:spcBef>
              <a:spcAft>
                <a:spcPts val="0"/>
              </a:spcAft>
              <a:buClr>
                <a:srgbClr val="434343"/>
              </a:buClr>
              <a:buSzPts val="3500"/>
              <a:buNone/>
              <a:defRPr sz="3500" b="1">
                <a:solidFill>
                  <a:srgbClr val="434343"/>
                </a:solidFill>
              </a:defRPr>
            </a:lvl3pPr>
            <a:lvl4pPr lvl="3" algn="ctr" rtl="0">
              <a:spcBef>
                <a:spcPts val="0"/>
              </a:spcBef>
              <a:spcAft>
                <a:spcPts val="0"/>
              </a:spcAft>
              <a:buClr>
                <a:srgbClr val="434343"/>
              </a:buClr>
              <a:buSzPts val="3500"/>
              <a:buNone/>
              <a:defRPr sz="3500" b="1">
                <a:solidFill>
                  <a:srgbClr val="434343"/>
                </a:solidFill>
              </a:defRPr>
            </a:lvl4pPr>
            <a:lvl5pPr lvl="4" algn="ctr" rtl="0">
              <a:spcBef>
                <a:spcPts val="0"/>
              </a:spcBef>
              <a:spcAft>
                <a:spcPts val="0"/>
              </a:spcAft>
              <a:buClr>
                <a:srgbClr val="434343"/>
              </a:buClr>
              <a:buSzPts val="3500"/>
              <a:buNone/>
              <a:defRPr sz="3500" b="1">
                <a:solidFill>
                  <a:srgbClr val="434343"/>
                </a:solidFill>
              </a:defRPr>
            </a:lvl5pPr>
            <a:lvl6pPr lvl="5" algn="ctr" rtl="0">
              <a:spcBef>
                <a:spcPts val="0"/>
              </a:spcBef>
              <a:spcAft>
                <a:spcPts val="0"/>
              </a:spcAft>
              <a:buClr>
                <a:srgbClr val="434343"/>
              </a:buClr>
              <a:buSzPts val="3500"/>
              <a:buNone/>
              <a:defRPr sz="3500" b="1">
                <a:solidFill>
                  <a:srgbClr val="434343"/>
                </a:solidFill>
              </a:defRPr>
            </a:lvl6pPr>
            <a:lvl7pPr lvl="6" algn="ctr" rtl="0">
              <a:spcBef>
                <a:spcPts val="0"/>
              </a:spcBef>
              <a:spcAft>
                <a:spcPts val="0"/>
              </a:spcAft>
              <a:buClr>
                <a:srgbClr val="434343"/>
              </a:buClr>
              <a:buSzPts val="3500"/>
              <a:buNone/>
              <a:defRPr sz="3500" b="1">
                <a:solidFill>
                  <a:srgbClr val="434343"/>
                </a:solidFill>
              </a:defRPr>
            </a:lvl7pPr>
            <a:lvl8pPr lvl="7" algn="ctr" rtl="0">
              <a:spcBef>
                <a:spcPts val="0"/>
              </a:spcBef>
              <a:spcAft>
                <a:spcPts val="0"/>
              </a:spcAft>
              <a:buClr>
                <a:srgbClr val="434343"/>
              </a:buClr>
              <a:buSzPts val="3500"/>
              <a:buNone/>
              <a:defRPr sz="3500" b="1">
                <a:solidFill>
                  <a:srgbClr val="434343"/>
                </a:solidFill>
              </a:defRPr>
            </a:lvl8pPr>
            <a:lvl9pPr lvl="8" algn="ctr" rtl="0">
              <a:spcBef>
                <a:spcPts val="0"/>
              </a:spcBef>
              <a:spcAft>
                <a:spcPts val="0"/>
              </a:spcAft>
              <a:buClr>
                <a:srgbClr val="434343"/>
              </a:buClr>
              <a:buSzPts val="3500"/>
              <a:buNone/>
              <a:defRPr sz="3500" b="1">
                <a:solidFill>
                  <a:srgbClr val="434343"/>
                </a:solidFill>
              </a:defRPr>
            </a:lvl9pPr>
          </a:lstStyle>
          <a:p>
            <a:endParaRPr/>
          </a:p>
        </p:txBody>
      </p:sp>
      <p:sp>
        <p:nvSpPr>
          <p:cNvPr id="198" name="Google Shape;198;p15"/>
          <p:cNvSpPr txBox="1">
            <a:spLocks noGrp="1"/>
          </p:cNvSpPr>
          <p:nvPr>
            <p:ph type="subTitle" idx="1"/>
          </p:nvPr>
        </p:nvSpPr>
        <p:spPr>
          <a:xfrm flipH="1">
            <a:off x="2189801" y="2162325"/>
            <a:ext cx="2163900" cy="4266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1pPr>
            <a:lvl2pPr lvl="1" algn="ct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2pPr>
            <a:lvl3pPr lvl="2" algn="ct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3pPr>
            <a:lvl4pPr lvl="3" algn="ct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4pPr>
            <a:lvl5pPr lvl="4" algn="ct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5pPr>
            <a:lvl6pPr lvl="5" algn="ct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6pPr>
            <a:lvl7pPr lvl="6" algn="ct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7pPr>
            <a:lvl8pPr lvl="7" algn="ct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8pPr>
            <a:lvl9pPr lvl="8" algn="ct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9pPr>
          </a:lstStyle>
          <a:p>
            <a:endParaRPr/>
          </a:p>
        </p:txBody>
      </p:sp>
      <p:sp>
        <p:nvSpPr>
          <p:cNvPr id="199" name="Google Shape;199;p15"/>
          <p:cNvSpPr txBox="1">
            <a:spLocks noGrp="1"/>
          </p:cNvSpPr>
          <p:nvPr>
            <p:ph type="ctrTitle" idx="2"/>
          </p:nvPr>
        </p:nvSpPr>
        <p:spPr>
          <a:xfrm flipH="1">
            <a:off x="4811675" y="1848401"/>
            <a:ext cx="2163900" cy="240900"/>
          </a:xfrm>
          <a:prstGeom prst="rect">
            <a:avLst/>
          </a:prstGeom>
        </p:spPr>
        <p:txBody>
          <a:bodyPr spcFirstLastPara="1" wrap="square" lIns="91425" tIns="0" rIns="91425" bIns="0" anchor="b" anchorCtr="0">
            <a:noAutofit/>
          </a:bodyPr>
          <a:lstStyle>
            <a:lvl1pPr lvl="0" algn="r" rtl="0">
              <a:spcBef>
                <a:spcPts val="0"/>
              </a:spcBef>
              <a:spcAft>
                <a:spcPts val="0"/>
              </a:spcAft>
              <a:buSzPts val="3500"/>
              <a:buNone/>
              <a:defRPr sz="3500"/>
            </a:lvl1pPr>
            <a:lvl2pPr lvl="1" algn="r" rtl="0">
              <a:spcBef>
                <a:spcPts val="0"/>
              </a:spcBef>
              <a:spcAft>
                <a:spcPts val="0"/>
              </a:spcAft>
              <a:buClr>
                <a:srgbClr val="434343"/>
              </a:buClr>
              <a:buSzPts val="3500"/>
              <a:buNone/>
              <a:defRPr sz="3500" b="1">
                <a:solidFill>
                  <a:srgbClr val="434343"/>
                </a:solidFill>
              </a:defRPr>
            </a:lvl2pPr>
            <a:lvl3pPr lvl="2" algn="r" rtl="0">
              <a:spcBef>
                <a:spcPts val="0"/>
              </a:spcBef>
              <a:spcAft>
                <a:spcPts val="0"/>
              </a:spcAft>
              <a:buClr>
                <a:srgbClr val="434343"/>
              </a:buClr>
              <a:buSzPts val="3500"/>
              <a:buNone/>
              <a:defRPr sz="3500" b="1">
                <a:solidFill>
                  <a:srgbClr val="434343"/>
                </a:solidFill>
              </a:defRPr>
            </a:lvl3pPr>
            <a:lvl4pPr lvl="3" algn="r" rtl="0">
              <a:spcBef>
                <a:spcPts val="0"/>
              </a:spcBef>
              <a:spcAft>
                <a:spcPts val="0"/>
              </a:spcAft>
              <a:buClr>
                <a:srgbClr val="434343"/>
              </a:buClr>
              <a:buSzPts val="3500"/>
              <a:buNone/>
              <a:defRPr sz="3500" b="1">
                <a:solidFill>
                  <a:srgbClr val="434343"/>
                </a:solidFill>
              </a:defRPr>
            </a:lvl4pPr>
            <a:lvl5pPr lvl="4" algn="r" rtl="0">
              <a:spcBef>
                <a:spcPts val="0"/>
              </a:spcBef>
              <a:spcAft>
                <a:spcPts val="0"/>
              </a:spcAft>
              <a:buClr>
                <a:srgbClr val="434343"/>
              </a:buClr>
              <a:buSzPts val="3500"/>
              <a:buNone/>
              <a:defRPr sz="3500" b="1">
                <a:solidFill>
                  <a:srgbClr val="434343"/>
                </a:solidFill>
              </a:defRPr>
            </a:lvl5pPr>
            <a:lvl6pPr lvl="5" algn="r" rtl="0">
              <a:spcBef>
                <a:spcPts val="0"/>
              </a:spcBef>
              <a:spcAft>
                <a:spcPts val="0"/>
              </a:spcAft>
              <a:buClr>
                <a:srgbClr val="434343"/>
              </a:buClr>
              <a:buSzPts val="3500"/>
              <a:buNone/>
              <a:defRPr sz="3500" b="1">
                <a:solidFill>
                  <a:srgbClr val="434343"/>
                </a:solidFill>
              </a:defRPr>
            </a:lvl6pPr>
            <a:lvl7pPr lvl="6" algn="r" rtl="0">
              <a:spcBef>
                <a:spcPts val="0"/>
              </a:spcBef>
              <a:spcAft>
                <a:spcPts val="0"/>
              </a:spcAft>
              <a:buClr>
                <a:srgbClr val="434343"/>
              </a:buClr>
              <a:buSzPts val="3500"/>
              <a:buNone/>
              <a:defRPr sz="3500" b="1">
                <a:solidFill>
                  <a:srgbClr val="434343"/>
                </a:solidFill>
              </a:defRPr>
            </a:lvl7pPr>
            <a:lvl8pPr lvl="7" algn="r" rtl="0">
              <a:spcBef>
                <a:spcPts val="0"/>
              </a:spcBef>
              <a:spcAft>
                <a:spcPts val="0"/>
              </a:spcAft>
              <a:buClr>
                <a:srgbClr val="434343"/>
              </a:buClr>
              <a:buSzPts val="3500"/>
              <a:buNone/>
              <a:defRPr sz="3500" b="1">
                <a:solidFill>
                  <a:srgbClr val="434343"/>
                </a:solidFill>
              </a:defRPr>
            </a:lvl8pPr>
            <a:lvl9pPr lvl="8" algn="r" rtl="0">
              <a:spcBef>
                <a:spcPts val="0"/>
              </a:spcBef>
              <a:spcAft>
                <a:spcPts val="0"/>
              </a:spcAft>
              <a:buClr>
                <a:srgbClr val="434343"/>
              </a:buClr>
              <a:buSzPts val="3500"/>
              <a:buNone/>
              <a:defRPr sz="3500" b="1">
                <a:solidFill>
                  <a:srgbClr val="434343"/>
                </a:solidFill>
              </a:defRPr>
            </a:lvl9pPr>
          </a:lstStyle>
          <a:p>
            <a:endParaRPr/>
          </a:p>
        </p:txBody>
      </p:sp>
      <p:sp>
        <p:nvSpPr>
          <p:cNvPr id="200" name="Google Shape;200;p15"/>
          <p:cNvSpPr txBox="1">
            <a:spLocks noGrp="1"/>
          </p:cNvSpPr>
          <p:nvPr>
            <p:ph type="subTitle" idx="3"/>
          </p:nvPr>
        </p:nvSpPr>
        <p:spPr>
          <a:xfrm flipH="1">
            <a:off x="4811675" y="2163531"/>
            <a:ext cx="2163900" cy="426600"/>
          </a:xfrm>
          <a:prstGeom prst="rect">
            <a:avLst/>
          </a:prstGeom>
        </p:spPr>
        <p:txBody>
          <a:bodyPr spcFirstLastPara="1" wrap="square" lIns="91425" tIns="0" rIns="91425" bIns="0" anchor="t" anchorCtr="0">
            <a:noAutofit/>
          </a:bodyPr>
          <a:lstStyle>
            <a:lvl1pPr lvl="0"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1pPr>
            <a:lvl2pPr lvl="1"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2pPr>
            <a:lvl3pPr lvl="2"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3pPr>
            <a:lvl4pPr lvl="3"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4pPr>
            <a:lvl5pPr lvl="4"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5pPr>
            <a:lvl6pPr lvl="5"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6pPr>
            <a:lvl7pPr lvl="6"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7pPr>
            <a:lvl8pPr lvl="7"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8pPr>
            <a:lvl9pPr lvl="8"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9pPr>
          </a:lstStyle>
          <a:p>
            <a:endParaRPr/>
          </a:p>
        </p:txBody>
      </p:sp>
      <p:sp>
        <p:nvSpPr>
          <p:cNvPr id="201" name="Google Shape;201;p15"/>
          <p:cNvSpPr txBox="1">
            <a:spLocks noGrp="1"/>
          </p:cNvSpPr>
          <p:nvPr>
            <p:ph type="ctrTitle" idx="4"/>
          </p:nvPr>
        </p:nvSpPr>
        <p:spPr>
          <a:xfrm flipH="1">
            <a:off x="2189796" y="3103412"/>
            <a:ext cx="2163900" cy="577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200"/>
            </a:lvl1pPr>
            <a:lvl2pPr lvl="1" algn="ctr" rtl="0">
              <a:spcBef>
                <a:spcPts val="0"/>
              </a:spcBef>
              <a:spcAft>
                <a:spcPts val="0"/>
              </a:spcAft>
              <a:buClr>
                <a:srgbClr val="434343"/>
              </a:buClr>
              <a:buSzPts val="1800"/>
              <a:buNone/>
              <a:defRPr sz="1800">
                <a:solidFill>
                  <a:srgbClr val="434343"/>
                </a:solidFill>
              </a:defRPr>
            </a:lvl2pPr>
            <a:lvl3pPr lvl="2" algn="ctr" rtl="0">
              <a:spcBef>
                <a:spcPts val="0"/>
              </a:spcBef>
              <a:spcAft>
                <a:spcPts val="0"/>
              </a:spcAft>
              <a:buClr>
                <a:srgbClr val="434343"/>
              </a:buClr>
              <a:buSzPts val="1800"/>
              <a:buNone/>
              <a:defRPr sz="1800">
                <a:solidFill>
                  <a:srgbClr val="434343"/>
                </a:solidFill>
              </a:defRPr>
            </a:lvl3pPr>
            <a:lvl4pPr lvl="3" algn="ctr" rtl="0">
              <a:spcBef>
                <a:spcPts val="0"/>
              </a:spcBef>
              <a:spcAft>
                <a:spcPts val="0"/>
              </a:spcAft>
              <a:buClr>
                <a:srgbClr val="434343"/>
              </a:buClr>
              <a:buSzPts val="1800"/>
              <a:buNone/>
              <a:defRPr sz="1800">
                <a:solidFill>
                  <a:srgbClr val="434343"/>
                </a:solidFill>
              </a:defRPr>
            </a:lvl4pPr>
            <a:lvl5pPr lvl="4" algn="ctr" rtl="0">
              <a:spcBef>
                <a:spcPts val="0"/>
              </a:spcBef>
              <a:spcAft>
                <a:spcPts val="0"/>
              </a:spcAft>
              <a:buClr>
                <a:srgbClr val="434343"/>
              </a:buClr>
              <a:buSzPts val="1800"/>
              <a:buNone/>
              <a:defRPr sz="1800">
                <a:solidFill>
                  <a:srgbClr val="434343"/>
                </a:solidFill>
              </a:defRPr>
            </a:lvl5pPr>
            <a:lvl6pPr lvl="5" algn="ctr" rtl="0">
              <a:spcBef>
                <a:spcPts val="0"/>
              </a:spcBef>
              <a:spcAft>
                <a:spcPts val="0"/>
              </a:spcAft>
              <a:buClr>
                <a:srgbClr val="434343"/>
              </a:buClr>
              <a:buSzPts val="1800"/>
              <a:buNone/>
              <a:defRPr sz="1800">
                <a:solidFill>
                  <a:srgbClr val="434343"/>
                </a:solidFill>
              </a:defRPr>
            </a:lvl6pPr>
            <a:lvl7pPr lvl="6" algn="ctr" rtl="0">
              <a:spcBef>
                <a:spcPts val="0"/>
              </a:spcBef>
              <a:spcAft>
                <a:spcPts val="0"/>
              </a:spcAft>
              <a:buClr>
                <a:srgbClr val="434343"/>
              </a:buClr>
              <a:buSzPts val="1800"/>
              <a:buNone/>
              <a:defRPr sz="1800">
                <a:solidFill>
                  <a:srgbClr val="434343"/>
                </a:solidFill>
              </a:defRPr>
            </a:lvl7pPr>
            <a:lvl8pPr lvl="7" algn="ctr" rtl="0">
              <a:spcBef>
                <a:spcPts val="0"/>
              </a:spcBef>
              <a:spcAft>
                <a:spcPts val="0"/>
              </a:spcAft>
              <a:buClr>
                <a:srgbClr val="434343"/>
              </a:buClr>
              <a:buSzPts val="1800"/>
              <a:buNone/>
              <a:defRPr sz="1800">
                <a:solidFill>
                  <a:srgbClr val="434343"/>
                </a:solidFill>
              </a:defRPr>
            </a:lvl8pPr>
            <a:lvl9pPr lvl="8" algn="ctr" rtl="0">
              <a:spcBef>
                <a:spcPts val="0"/>
              </a:spcBef>
              <a:spcAft>
                <a:spcPts val="0"/>
              </a:spcAft>
              <a:buClr>
                <a:srgbClr val="434343"/>
              </a:buClr>
              <a:buSzPts val="1800"/>
              <a:buNone/>
              <a:defRPr sz="1800">
                <a:solidFill>
                  <a:srgbClr val="434343"/>
                </a:solidFill>
              </a:defRPr>
            </a:lvl9pPr>
          </a:lstStyle>
          <a:p>
            <a:endParaRPr/>
          </a:p>
        </p:txBody>
      </p:sp>
      <p:sp>
        <p:nvSpPr>
          <p:cNvPr id="202" name="Google Shape;202;p15"/>
          <p:cNvSpPr txBox="1">
            <a:spLocks noGrp="1"/>
          </p:cNvSpPr>
          <p:nvPr>
            <p:ph type="title" idx="5"/>
          </p:nvPr>
        </p:nvSpPr>
        <p:spPr>
          <a:xfrm>
            <a:off x="1278000" y="342000"/>
            <a:ext cx="6588000" cy="6690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3000">
                <a:solidFill>
                  <a:schemeClr val="dk2"/>
                </a:solidFill>
              </a:defRPr>
            </a:lvl1pPr>
            <a:lvl2pPr lvl="1" algn="ctr" rtl="0">
              <a:spcBef>
                <a:spcPts val="0"/>
              </a:spcBef>
              <a:spcAft>
                <a:spcPts val="0"/>
              </a:spcAft>
              <a:buNone/>
              <a:defRPr sz="3000">
                <a:solidFill>
                  <a:schemeClr val="dk2"/>
                </a:solidFill>
              </a:defRPr>
            </a:lvl2pPr>
            <a:lvl3pPr lvl="2" algn="ctr" rtl="0">
              <a:spcBef>
                <a:spcPts val="0"/>
              </a:spcBef>
              <a:spcAft>
                <a:spcPts val="0"/>
              </a:spcAft>
              <a:buNone/>
              <a:defRPr sz="3000">
                <a:solidFill>
                  <a:schemeClr val="dk2"/>
                </a:solidFill>
              </a:defRPr>
            </a:lvl3pPr>
            <a:lvl4pPr lvl="3" algn="ctr" rtl="0">
              <a:spcBef>
                <a:spcPts val="0"/>
              </a:spcBef>
              <a:spcAft>
                <a:spcPts val="0"/>
              </a:spcAft>
              <a:buNone/>
              <a:defRPr sz="3000">
                <a:solidFill>
                  <a:schemeClr val="dk2"/>
                </a:solidFill>
              </a:defRPr>
            </a:lvl4pPr>
            <a:lvl5pPr lvl="4" algn="ctr" rtl="0">
              <a:spcBef>
                <a:spcPts val="0"/>
              </a:spcBef>
              <a:spcAft>
                <a:spcPts val="0"/>
              </a:spcAft>
              <a:buNone/>
              <a:defRPr sz="3000">
                <a:solidFill>
                  <a:schemeClr val="dk2"/>
                </a:solidFill>
              </a:defRPr>
            </a:lvl5pPr>
            <a:lvl6pPr lvl="5" algn="ctr" rtl="0">
              <a:spcBef>
                <a:spcPts val="0"/>
              </a:spcBef>
              <a:spcAft>
                <a:spcPts val="0"/>
              </a:spcAft>
              <a:buNone/>
              <a:defRPr sz="3000">
                <a:solidFill>
                  <a:schemeClr val="dk2"/>
                </a:solidFill>
              </a:defRPr>
            </a:lvl6pPr>
            <a:lvl7pPr lvl="6" algn="ctr" rtl="0">
              <a:spcBef>
                <a:spcPts val="0"/>
              </a:spcBef>
              <a:spcAft>
                <a:spcPts val="0"/>
              </a:spcAft>
              <a:buNone/>
              <a:defRPr sz="3000">
                <a:solidFill>
                  <a:schemeClr val="dk2"/>
                </a:solidFill>
              </a:defRPr>
            </a:lvl7pPr>
            <a:lvl8pPr lvl="7" algn="ctr" rtl="0">
              <a:spcBef>
                <a:spcPts val="0"/>
              </a:spcBef>
              <a:spcAft>
                <a:spcPts val="0"/>
              </a:spcAft>
              <a:buNone/>
              <a:defRPr sz="3000">
                <a:solidFill>
                  <a:schemeClr val="dk2"/>
                </a:solidFill>
              </a:defRPr>
            </a:lvl8pPr>
            <a:lvl9pPr lvl="8" algn="ctr" rtl="0">
              <a:spcBef>
                <a:spcPts val="0"/>
              </a:spcBef>
              <a:spcAft>
                <a:spcPts val="0"/>
              </a:spcAft>
              <a:buNone/>
              <a:defRPr sz="3000">
                <a:solidFill>
                  <a:schemeClr val="dk2"/>
                </a:solidFill>
              </a:defRPr>
            </a:lvl9pPr>
          </a:lstStyle>
          <a:p>
            <a:endParaRPr/>
          </a:p>
        </p:txBody>
      </p:sp>
      <p:sp>
        <p:nvSpPr>
          <p:cNvPr id="203" name="Google Shape;203;p15"/>
          <p:cNvSpPr txBox="1">
            <a:spLocks noGrp="1"/>
          </p:cNvSpPr>
          <p:nvPr>
            <p:ph type="ctrTitle" idx="6"/>
          </p:nvPr>
        </p:nvSpPr>
        <p:spPr>
          <a:xfrm flipH="1">
            <a:off x="2189800" y="3258286"/>
            <a:ext cx="2163900" cy="240900"/>
          </a:xfrm>
          <a:prstGeom prst="rect">
            <a:avLst/>
          </a:prstGeom>
        </p:spPr>
        <p:txBody>
          <a:bodyPr spcFirstLastPara="1" wrap="square" lIns="91425" tIns="0" rIns="91425" bIns="0" anchor="b" anchorCtr="0">
            <a:noAutofit/>
          </a:bodyPr>
          <a:lstStyle>
            <a:lvl1pPr lvl="0" rtl="0">
              <a:spcBef>
                <a:spcPts val="0"/>
              </a:spcBef>
              <a:spcAft>
                <a:spcPts val="0"/>
              </a:spcAft>
              <a:buSzPts val="3500"/>
              <a:buNone/>
              <a:defRPr sz="3500"/>
            </a:lvl1pPr>
            <a:lvl2pPr lvl="1" algn="ctr" rtl="0">
              <a:spcBef>
                <a:spcPts val="0"/>
              </a:spcBef>
              <a:spcAft>
                <a:spcPts val="0"/>
              </a:spcAft>
              <a:buClr>
                <a:srgbClr val="434343"/>
              </a:buClr>
              <a:buSzPts val="3500"/>
              <a:buNone/>
              <a:defRPr sz="3500" b="1">
                <a:solidFill>
                  <a:srgbClr val="434343"/>
                </a:solidFill>
              </a:defRPr>
            </a:lvl2pPr>
            <a:lvl3pPr lvl="2" algn="ctr" rtl="0">
              <a:spcBef>
                <a:spcPts val="0"/>
              </a:spcBef>
              <a:spcAft>
                <a:spcPts val="0"/>
              </a:spcAft>
              <a:buClr>
                <a:srgbClr val="434343"/>
              </a:buClr>
              <a:buSzPts val="3500"/>
              <a:buNone/>
              <a:defRPr sz="3500" b="1">
                <a:solidFill>
                  <a:srgbClr val="434343"/>
                </a:solidFill>
              </a:defRPr>
            </a:lvl3pPr>
            <a:lvl4pPr lvl="3" algn="ctr" rtl="0">
              <a:spcBef>
                <a:spcPts val="0"/>
              </a:spcBef>
              <a:spcAft>
                <a:spcPts val="0"/>
              </a:spcAft>
              <a:buClr>
                <a:srgbClr val="434343"/>
              </a:buClr>
              <a:buSzPts val="3500"/>
              <a:buNone/>
              <a:defRPr sz="3500" b="1">
                <a:solidFill>
                  <a:srgbClr val="434343"/>
                </a:solidFill>
              </a:defRPr>
            </a:lvl4pPr>
            <a:lvl5pPr lvl="4" algn="ctr" rtl="0">
              <a:spcBef>
                <a:spcPts val="0"/>
              </a:spcBef>
              <a:spcAft>
                <a:spcPts val="0"/>
              </a:spcAft>
              <a:buClr>
                <a:srgbClr val="434343"/>
              </a:buClr>
              <a:buSzPts val="3500"/>
              <a:buNone/>
              <a:defRPr sz="3500" b="1">
                <a:solidFill>
                  <a:srgbClr val="434343"/>
                </a:solidFill>
              </a:defRPr>
            </a:lvl5pPr>
            <a:lvl6pPr lvl="5" algn="ctr" rtl="0">
              <a:spcBef>
                <a:spcPts val="0"/>
              </a:spcBef>
              <a:spcAft>
                <a:spcPts val="0"/>
              </a:spcAft>
              <a:buClr>
                <a:srgbClr val="434343"/>
              </a:buClr>
              <a:buSzPts val="3500"/>
              <a:buNone/>
              <a:defRPr sz="3500" b="1">
                <a:solidFill>
                  <a:srgbClr val="434343"/>
                </a:solidFill>
              </a:defRPr>
            </a:lvl6pPr>
            <a:lvl7pPr lvl="6" algn="ctr" rtl="0">
              <a:spcBef>
                <a:spcPts val="0"/>
              </a:spcBef>
              <a:spcAft>
                <a:spcPts val="0"/>
              </a:spcAft>
              <a:buClr>
                <a:srgbClr val="434343"/>
              </a:buClr>
              <a:buSzPts val="3500"/>
              <a:buNone/>
              <a:defRPr sz="3500" b="1">
                <a:solidFill>
                  <a:srgbClr val="434343"/>
                </a:solidFill>
              </a:defRPr>
            </a:lvl7pPr>
            <a:lvl8pPr lvl="7" algn="ctr" rtl="0">
              <a:spcBef>
                <a:spcPts val="0"/>
              </a:spcBef>
              <a:spcAft>
                <a:spcPts val="0"/>
              </a:spcAft>
              <a:buClr>
                <a:srgbClr val="434343"/>
              </a:buClr>
              <a:buSzPts val="3500"/>
              <a:buNone/>
              <a:defRPr sz="3500" b="1">
                <a:solidFill>
                  <a:srgbClr val="434343"/>
                </a:solidFill>
              </a:defRPr>
            </a:lvl8pPr>
            <a:lvl9pPr lvl="8" algn="ctr" rtl="0">
              <a:spcBef>
                <a:spcPts val="0"/>
              </a:spcBef>
              <a:spcAft>
                <a:spcPts val="0"/>
              </a:spcAft>
              <a:buClr>
                <a:srgbClr val="434343"/>
              </a:buClr>
              <a:buSzPts val="3500"/>
              <a:buNone/>
              <a:defRPr sz="3500" b="1">
                <a:solidFill>
                  <a:srgbClr val="434343"/>
                </a:solidFill>
              </a:defRPr>
            </a:lvl9pPr>
          </a:lstStyle>
          <a:p>
            <a:endParaRPr/>
          </a:p>
        </p:txBody>
      </p:sp>
      <p:sp>
        <p:nvSpPr>
          <p:cNvPr id="204" name="Google Shape;204;p15"/>
          <p:cNvSpPr txBox="1">
            <a:spLocks noGrp="1"/>
          </p:cNvSpPr>
          <p:nvPr>
            <p:ph type="subTitle" idx="7"/>
          </p:nvPr>
        </p:nvSpPr>
        <p:spPr>
          <a:xfrm flipH="1">
            <a:off x="2189801" y="3572262"/>
            <a:ext cx="2163900" cy="4266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1pPr>
            <a:lvl2pPr lvl="1" algn="ct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2pPr>
            <a:lvl3pPr lvl="2" algn="ct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3pPr>
            <a:lvl4pPr lvl="3" algn="ct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4pPr>
            <a:lvl5pPr lvl="4" algn="ct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5pPr>
            <a:lvl6pPr lvl="5" algn="ct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6pPr>
            <a:lvl7pPr lvl="6" algn="ct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7pPr>
            <a:lvl8pPr lvl="7" algn="ct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8pPr>
            <a:lvl9pPr lvl="8" algn="ct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9pPr>
          </a:lstStyle>
          <a:p>
            <a:endParaRPr/>
          </a:p>
        </p:txBody>
      </p:sp>
      <p:sp>
        <p:nvSpPr>
          <p:cNvPr id="205" name="Google Shape;205;p15"/>
          <p:cNvSpPr txBox="1">
            <a:spLocks noGrp="1"/>
          </p:cNvSpPr>
          <p:nvPr>
            <p:ph type="ctrTitle" idx="8"/>
          </p:nvPr>
        </p:nvSpPr>
        <p:spPr>
          <a:xfrm flipH="1">
            <a:off x="4811675" y="3258338"/>
            <a:ext cx="2163900" cy="240900"/>
          </a:xfrm>
          <a:prstGeom prst="rect">
            <a:avLst/>
          </a:prstGeom>
        </p:spPr>
        <p:txBody>
          <a:bodyPr spcFirstLastPara="1" wrap="square" lIns="91425" tIns="0" rIns="91425" bIns="0" anchor="b" anchorCtr="0">
            <a:noAutofit/>
          </a:bodyPr>
          <a:lstStyle>
            <a:lvl1pPr lvl="0" algn="r" rtl="0">
              <a:spcBef>
                <a:spcPts val="0"/>
              </a:spcBef>
              <a:spcAft>
                <a:spcPts val="0"/>
              </a:spcAft>
              <a:buSzPts val="3500"/>
              <a:buNone/>
              <a:defRPr sz="3500"/>
            </a:lvl1pPr>
            <a:lvl2pPr lvl="1" algn="r" rtl="0">
              <a:spcBef>
                <a:spcPts val="0"/>
              </a:spcBef>
              <a:spcAft>
                <a:spcPts val="0"/>
              </a:spcAft>
              <a:buClr>
                <a:srgbClr val="434343"/>
              </a:buClr>
              <a:buSzPts val="3500"/>
              <a:buNone/>
              <a:defRPr sz="3500" b="1">
                <a:solidFill>
                  <a:srgbClr val="434343"/>
                </a:solidFill>
              </a:defRPr>
            </a:lvl2pPr>
            <a:lvl3pPr lvl="2" algn="r" rtl="0">
              <a:spcBef>
                <a:spcPts val="0"/>
              </a:spcBef>
              <a:spcAft>
                <a:spcPts val="0"/>
              </a:spcAft>
              <a:buClr>
                <a:srgbClr val="434343"/>
              </a:buClr>
              <a:buSzPts val="3500"/>
              <a:buNone/>
              <a:defRPr sz="3500" b="1">
                <a:solidFill>
                  <a:srgbClr val="434343"/>
                </a:solidFill>
              </a:defRPr>
            </a:lvl3pPr>
            <a:lvl4pPr lvl="3" algn="r" rtl="0">
              <a:spcBef>
                <a:spcPts val="0"/>
              </a:spcBef>
              <a:spcAft>
                <a:spcPts val="0"/>
              </a:spcAft>
              <a:buClr>
                <a:srgbClr val="434343"/>
              </a:buClr>
              <a:buSzPts val="3500"/>
              <a:buNone/>
              <a:defRPr sz="3500" b="1">
                <a:solidFill>
                  <a:srgbClr val="434343"/>
                </a:solidFill>
              </a:defRPr>
            </a:lvl4pPr>
            <a:lvl5pPr lvl="4" algn="r" rtl="0">
              <a:spcBef>
                <a:spcPts val="0"/>
              </a:spcBef>
              <a:spcAft>
                <a:spcPts val="0"/>
              </a:spcAft>
              <a:buClr>
                <a:srgbClr val="434343"/>
              </a:buClr>
              <a:buSzPts val="3500"/>
              <a:buNone/>
              <a:defRPr sz="3500" b="1">
                <a:solidFill>
                  <a:srgbClr val="434343"/>
                </a:solidFill>
              </a:defRPr>
            </a:lvl5pPr>
            <a:lvl6pPr lvl="5" algn="r" rtl="0">
              <a:spcBef>
                <a:spcPts val="0"/>
              </a:spcBef>
              <a:spcAft>
                <a:spcPts val="0"/>
              </a:spcAft>
              <a:buClr>
                <a:srgbClr val="434343"/>
              </a:buClr>
              <a:buSzPts val="3500"/>
              <a:buNone/>
              <a:defRPr sz="3500" b="1">
                <a:solidFill>
                  <a:srgbClr val="434343"/>
                </a:solidFill>
              </a:defRPr>
            </a:lvl6pPr>
            <a:lvl7pPr lvl="6" algn="r" rtl="0">
              <a:spcBef>
                <a:spcPts val="0"/>
              </a:spcBef>
              <a:spcAft>
                <a:spcPts val="0"/>
              </a:spcAft>
              <a:buClr>
                <a:srgbClr val="434343"/>
              </a:buClr>
              <a:buSzPts val="3500"/>
              <a:buNone/>
              <a:defRPr sz="3500" b="1">
                <a:solidFill>
                  <a:srgbClr val="434343"/>
                </a:solidFill>
              </a:defRPr>
            </a:lvl7pPr>
            <a:lvl8pPr lvl="7" algn="r" rtl="0">
              <a:spcBef>
                <a:spcPts val="0"/>
              </a:spcBef>
              <a:spcAft>
                <a:spcPts val="0"/>
              </a:spcAft>
              <a:buClr>
                <a:srgbClr val="434343"/>
              </a:buClr>
              <a:buSzPts val="3500"/>
              <a:buNone/>
              <a:defRPr sz="3500" b="1">
                <a:solidFill>
                  <a:srgbClr val="434343"/>
                </a:solidFill>
              </a:defRPr>
            </a:lvl8pPr>
            <a:lvl9pPr lvl="8" algn="r" rtl="0">
              <a:spcBef>
                <a:spcPts val="0"/>
              </a:spcBef>
              <a:spcAft>
                <a:spcPts val="0"/>
              </a:spcAft>
              <a:buClr>
                <a:srgbClr val="434343"/>
              </a:buClr>
              <a:buSzPts val="3500"/>
              <a:buNone/>
              <a:defRPr sz="3500" b="1">
                <a:solidFill>
                  <a:srgbClr val="434343"/>
                </a:solidFill>
              </a:defRPr>
            </a:lvl9pPr>
          </a:lstStyle>
          <a:p>
            <a:endParaRPr/>
          </a:p>
        </p:txBody>
      </p:sp>
      <p:sp>
        <p:nvSpPr>
          <p:cNvPr id="206" name="Google Shape;206;p15"/>
          <p:cNvSpPr txBox="1">
            <a:spLocks noGrp="1"/>
          </p:cNvSpPr>
          <p:nvPr>
            <p:ph type="subTitle" idx="9"/>
          </p:nvPr>
        </p:nvSpPr>
        <p:spPr>
          <a:xfrm flipH="1">
            <a:off x="4811675" y="3573468"/>
            <a:ext cx="2163900" cy="426600"/>
          </a:xfrm>
          <a:prstGeom prst="rect">
            <a:avLst/>
          </a:prstGeom>
        </p:spPr>
        <p:txBody>
          <a:bodyPr spcFirstLastPara="1" wrap="square" lIns="91425" tIns="0" rIns="91425" bIns="0" anchor="t" anchorCtr="0">
            <a:noAutofit/>
          </a:bodyPr>
          <a:lstStyle>
            <a:lvl1pPr lvl="0"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1pPr>
            <a:lvl2pPr lvl="1"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2pPr>
            <a:lvl3pPr lvl="2"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3pPr>
            <a:lvl4pPr lvl="3"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4pPr>
            <a:lvl5pPr lvl="4"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5pPr>
            <a:lvl6pPr lvl="5"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6pPr>
            <a:lvl7pPr lvl="6"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7pPr>
            <a:lvl8pPr lvl="7"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8pPr>
            <a:lvl9pPr lvl="8"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 text 3">
  <p:cSld name="CUSTOM_5">
    <p:spTree>
      <p:nvGrpSpPr>
        <p:cNvPr id="1" name="Shape 238"/>
        <p:cNvGrpSpPr/>
        <p:nvPr/>
      </p:nvGrpSpPr>
      <p:grpSpPr>
        <a:xfrm>
          <a:off x="0" y="0"/>
          <a:ext cx="0" cy="0"/>
          <a:chOff x="0" y="0"/>
          <a:chExt cx="0" cy="0"/>
        </a:xfrm>
      </p:grpSpPr>
      <p:sp>
        <p:nvSpPr>
          <p:cNvPr id="239" name="Google Shape;239;p19"/>
          <p:cNvSpPr/>
          <p:nvPr/>
        </p:nvSpPr>
        <p:spPr>
          <a:xfrm>
            <a:off x="1817725" y="0"/>
            <a:ext cx="7326300" cy="3906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19"/>
          <p:cNvSpPr txBox="1">
            <a:spLocks noGrp="1"/>
          </p:cNvSpPr>
          <p:nvPr>
            <p:ph type="body" idx="1"/>
          </p:nvPr>
        </p:nvSpPr>
        <p:spPr>
          <a:xfrm>
            <a:off x="4579525" y="2388200"/>
            <a:ext cx="3932700" cy="2130900"/>
          </a:xfrm>
          <a:prstGeom prst="rect">
            <a:avLst/>
          </a:prstGeom>
        </p:spPr>
        <p:txBody>
          <a:bodyPr spcFirstLastPara="1" wrap="square" lIns="91425" tIns="91425" rIns="91425" bIns="91425" anchor="t" anchorCtr="0">
            <a:noAutofit/>
          </a:bodyPr>
          <a:lstStyle>
            <a:lvl1pPr marL="457200" lvl="0" indent="-330200" algn="r" rtl="0">
              <a:lnSpc>
                <a:spcPct val="100000"/>
              </a:lnSpc>
              <a:spcBef>
                <a:spcPts val="0"/>
              </a:spcBef>
              <a:spcAft>
                <a:spcPts val="0"/>
              </a:spcAft>
              <a:buSzPts val="1600"/>
              <a:buChar char="●"/>
              <a:defRPr sz="1600"/>
            </a:lvl1pPr>
            <a:lvl2pPr marL="914400" lvl="1" indent="-330200" rtl="0">
              <a:spcBef>
                <a:spcPts val="0"/>
              </a:spcBef>
              <a:spcAft>
                <a:spcPts val="0"/>
              </a:spcAft>
              <a:buSzPts val="1600"/>
              <a:buChar char="○"/>
              <a:defRPr/>
            </a:lvl2pPr>
            <a:lvl3pPr marL="1371600" lvl="2" indent="-323850" rtl="0">
              <a:spcBef>
                <a:spcPts val="1600"/>
              </a:spcBef>
              <a:spcAft>
                <a:spcPts val="0"/>
              </a:spcAft>
              <a:buSzPts val="1500"/>
              <a:buChar char="■"/>
              <a:defRPr/>
            </a:lvl3pPr>
            <a:lvl4pPr marL="1828800" lvl="3" indent="-323850" rtl="0">
              <a:spcBef>
                <a:spcPts val="1600"/>
              </a:spcBef>
              <a:spcAft>
                <a:spcPts val="0"/>
              </a:spcAft>
              <a:buSzPts val="15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1150" rtl="0">
              <a:spcBef>
                <a:spcPts val="1600"/>
              </a:spcBef>
              <a:spcAft>
                <a:spcPts val="0"/>
              </a:spcAft>
              <a:buSzPts val="1300"/>
              <a:buChar char="●"/>
              <a:defRPr/>
            </a:lvl7pPr>
            <a:lvl8pPr marL="3657600" lvl="7" indent="-311150" rtl="0">
              <a:spcBef>
                <a:spcPts val="1600"/>
              </a:spcBef>
              <a:spcAft>
                <a:spcPts val="0"/>
              </a:spcAft>
              <a:buSzPts val="1300"/>
              <a:buChar char="○"/>
              <a:defRPr/>
            </a:lvl8pPr>
            <a:lvl9pPr marL="4114800" lvl="8" indent="-317500" rtl="0">
              <a:spcBef>
                <a:spcPts val="1600"/>
              </a:spcBef>
              <a:spcAft>
                <a:spcPts val="1600"/>
              </a:spcAft>
              <a:buSzPts val="1400"/>
              <a:buChar char="■"/>
              <a:defRPr/>
            </a:lvl9pPr>
          </a:lstStyle>
          <a:p>
            <a:endParaRPr/>
          </a:p>
        </p:txBody>
      </p:sp>
      <p:sp>
        <p:nvSpPr>
          <p:cNvPr id="241" name="Google Shape;241;p19"/>
          <p:cNvSpPr txBox="1">
            <a:spLocks noGrp="1"/>
          </p:cNvSpPr>
          <p:nvPr>
            <p:ph type="title"/>
          </p:nvPr>
        </p:nvSpPr>
        <p:spPr>
          <a:xfrm>
            <a:off x="4579531" y="1714800"/>
            <a:ext cx="3963300" cy="669000"/>
          </a:xfrm>
          <a:prstGeom prst="rect">
            <a:avLst/>
          </a:prstGeom>
        </p:spPr>
        <p:txBody>
          <a:bodyPr spcFirstLastPara="1" wrap="square" lIns="91425" tIns="91425" rIns="91425" bIns="91425" anchor="t" anchorCtr="0">
            <a:noAutofit/>
          </a:bodyPr>
          <a:lstStyle>
            <a:lvl1pPr lvl="0" algn="r" rtl="0">
              <a:spcBef>
                <a:spcPts val="0"/>
              </a:spcBef>
              <a:spcAft>
                <a:spcPts val="0"/>
              </a:spcAft>
              <a:buNone/>
              <a:defRPr sz="3000">
                <a:solidFill>
                  <a:schemeClr val="dk2"/>
                </a:solidFill>
              </a:defRPr>
            </a:lvl1pPr>
            <a:lvl2pPr lvl="1" algn="r" rtl="0">
              <a:spcBef>
                <a:spcPts val="0"/>
              </a:spcBef>
              <a:spcAft>
                <a:spcPts val="0"/>
              </a:spcAft>
              <a:buNone/>
              <a:defRPr sz="3000"/>
            </a:lvl2pPr>
            <a:lvl3pPr lvl="2" algn="r" rtl="0">
              <a:spcBef>
                <a:spcPts val="0"/>
              </a:spcBef>
              <a:spcAft>
                <a:spcPts val="0"/>
              </a:spcAft>
              <a:buNone/>
              <a:defRPr sz="3000"/>
            </a:lvl3pPr>
            <a:lvl4pPr lvl="3" algn="r" rtl="0">
              <a:spcBef>
                <a:spcPts val="0"/>
              </a:spcBef>
              <a:spcAft>
                <a:spcPts val="0"/>
              </a:spcAft>
              <a:buNone/>
              <a:defRPr sz="3000"/>
            </a:lvl4pPr>
            <a:lvl5pPr lvl="4" algn="r" rtl="0">
              <a:spcBef>
                <a:spcPts val="0"/>
              </a:spcBef>
              <a:spcAft>
                <a:spcPts val="0"/>
              </a:spcAft>
              <a:buNone/>
              <a:defRPr sz="3000"/>
            </a:lvl5pPr>
            <a:lvl6pPr lvl="5" algn="r" rtl="0">
              <a:spcBef>
                <a:spcPts val="0"/>
              </a:spcBef>
              <a:spcAft>
                <a:spcPts val="0"/>
              </a:spcAft>
              <a:buNone/>
              <a:defRPr sz="3000"/>
            </a:lvl6pPr>
            <a:lvl7pPr lvl="6" algn="r" rtl="0">
              <a:spcBef>
                <a:spcPts val="0"/>
              </a:spcBef>
              <a:spcAft>
                <a:spcPts val="0"/>
              </a:spcAft>
              <a:buNone/>
              <a:defRPr sz="3000"/>
            </a:lvl7pPr>
            <a:lvl8pPr lvl="7" algn="r" rtl="0">
              <a:spcBef>
                <a:spcPts val="0"/>
              </a:spcBef>
              <a:spcAft>
                <a:spcPts val="0"/>
              </a:spcAft>
              <a:buNone/>
              <a:defRPr sz="3000"/>
            </a:lvl8pPr>
            <a:lvl9pPr lvl="8" algn="r" rtl="0">
              <a:spcBef>
                <a:spcPts val="0"/>
              </a:spcBef>
              <a:spcAft>
                <a:spcPts val="0"/>
              </a:spcAft>
              <a:buNone/>
              <a:defRPr sz="3000"/>
            </a:lvl9pPr>
          </a:lstStyle>
          <a:p>
            <a:endParaRPr/>
          </a:p>
        </p:txBody>
      </p:sp>
      <p:sp>
        <p:nvSpPr>
          <p:cNvPr id="242" name="Google Shape;242;p19"/>
          <p:cNvSpPr/>
          <p:nvPr/>
        </p:nvSpPr>
        <p:spPr>
          <a:xfrm>
            <a:off x="0" y="2156637"/>
            <a:ext cx="2107897" cy="128764"/>
          </a:xfrm>
          <a:custGeom>
            <a:avLst/>
            <a:gdLst/>
            <a:ahLst/>
            <a:cxnLst/>
            <a:rect l="l" t="t" r="r" b="b"/>
            <a:pathLst>
              <a:path w="135840" h="8298" extrusionOk="0">
                <a:moveTo>
                  <a:pt x="1" y="1"/>
                </a:moveTo>
                <a:lnTo>
                  <a:pt x="1" y="8298"/>
                </a:lnTo>
                <a:lnTo>
                  <a:pt x="135840" y="8298"/>
                </a:lnTo>
                <a:lnTo>
                  <a:pt x="135840"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19"/>
          <p:cNvSpPr/>
          <p:nvPr/>
        </p:nvSpPr>
        <p:spPr>
          <a:xfrm>
            <a:off x="2107970" y="2156637"/>
            <a:ext cx="1115538" cy="128764"/>
          </a:xfrm>
          <a:custGeom>
            <a:avLst/>
            <a:gdLst/>
            <a:ahLst/>
            <a:cxnLst/>
            <a:rect l="l" t="t" r="r" b="b"/>
            <a:pathLst>
              <a:path w="71889" h="8298" extrusionOk="0">
                <a:moveTo>
                  <a:pt x="1" y="1"/>
                </a:moveTo>
                <a:lnTo>
                  <a:pt x="1" y="8298"/>
                </a:lnTo>
                <a:lnTo>
                  <a:pt x="71889" y="8298"/>
                </a:lnTo>
                <a:lnTo>
                  <a:pt x="718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19"/>
          <p:cNvSpPr/>
          <p:nvPr/>
        </p:nvSpPr>
        <p:spPr>
          <a:xfrm>
            <a:off x="430892" y="2369856"/>
            <a:ext cx="1645026" cy="128764"/>
          </a:xfrm>
          <a:custGeom>
            <a:avLst/>
            <a:gdLst/>
            <a:ahLst/>
            <a:cxnLst/>
            <a:rect l="l" t="t" r="r" b="b"/>
            <a:pathLst>
              <a:path w="106011" h="8298" extrusionOk="0">
                <a:moveTo>
                  <a:pt x="1" y="1"/>
                </a:moveTo>
                <a:lnTo>
                  <a:pt x="1" y="8297"/>
                </a:lnTo>
                <a:lnTo>
                  <a:pt x="106011" y="8297"/>
                </a:lnTo>
                <a:lnTo>
                  <a:pt x="10601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19"/>
          <p:cNvSpPr/>
          <p:nvPr/>
        </p:nvSpPr>
        <p:spPr>
          <a:xfrm>
            <a:off x="1597826" y="2369856"/>
            <a:ext cx="478141" cy="128764"/>
          </a:xfrm>
          <a:custGeom>
            <a:avLst/>
            <a:gdLst/>
            <a:ahLst/>
            <a:cxnLst/>
            <a:rect l="l" t="t" r="r" b="b"/>
            <a:pathLst>
              <a:path w="30813" h="8298" extrusionOk="0">
                <a:moveTo>
                  <a:pt x="0" y="1"/>
                </a:moveTo>
                <a:lnTo>
                  <a:pt x="0" y="8297"/>
                </a:lnTo>
                <a:lnTo>
                  <a:pt x="30813" y="8297"/>
                </a:lnTo>
                <a:lnTo>
                  <a:pt x="308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19"/>
          <p:cNvSpPr/>
          <p:nvPr/>
        </p:nvSpPr>
        <p:spPr>
          <a:xfrm>
            <a:off x="2665754" y="2369856"/>
            <a:ext cx="557777" cy="128764"/>
          </a:xfrm>
          <a:custGeom>
            <a:avLst/>
            <a:gdLst/>
            <a:ahLst/>
            <a:cxnLst/>
            <a:rect l="l" t="t" r="r" b="b"/>
            <a:pathLst>
              <a:path w="35945" h="8298" extrusionOk="0">
                <a:moveTo>
                  <a:pt x="1" y="1"/>
                </a:moveTo>
                <a:lnTo>
                  <a:pt x="1" y="8297"/>
                </a:lnTo>
                <a:lnTo>
                  <a:pt x="35945" y="8297"/>
                </a:lnTo>
                <a:lnTo>
                  <a:pt x="3594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19"/>
          <p:cNvSpPr/>
          <p:nvPr/>
        </p:nvSpPr>
        <p:spPr>
          <a:xfrm>
            <a:off x="0" y="3222713"/>
            <a:ext cx="1472750" cy="128392"/>
          </a:xfrm>
          <a:custGeom>
            <a:avLst/>
            <a:gdLst/>
            <a:ahLst/>
            <a:cxnLst/>
            <a:rect l="l" t="t" r="r" b="b"/>
            <a:pathLst>
              <a:path w="94909" h="8274" extrusionOk="0">
                <a:moveTo>
                  <a:pt x="1" y="1"/>
                </a:moveTo>
                <a:lnTo>
                  <a:pt x="1" y="8274"/>
                </a:lnTo>
                <a:lnTo>
                  <a:pt x="94908" y="8274"/>
                </a:lnTo>
                <a:lnTo>
                  <a:pt x="9490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19"/>
          <p:cNvSpPr/>
          <p:nvPr/>
        </p:nvSpPr>
        <p:spPr>
          <a:xfrm>
            <a:off x="2202118" y="2369856"/>
            <a:ext cx="128764" cy="128764"/>
          </a:xfrm>
          <a:custGeom>
            <a:avLst/>
            <a:gdLst/>
            <a:ahLst/>
            <a:cxnLst/>
            <a:rect l="l" t="t" r="r" b="b"/>
            <a:pathLst>
              <a:path w="8298" h="8298" extrusionOk="0">
                <a:moveTo>
                  <a:pt x="0" y="1"/>
                </a:moveTo>
                <a:lnTo>
                  <a:pt x="0" y="8297"/>
                </a:lnTo>
                <a:lnTo>
                  <a:pt x="8297" y="8297"/>
                </a:lnTo>
                <a:lnTo>
                  <a:pt x="8297" y="1"/>
                </a:lnTo>
                <a:close/>
              </a:path>
            </a:pathLst>
          </a:custGeom>
          <a:solidFill>
            <a:srgbClr val="FFFFFF">
              <a:alpha val="31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19"/>
          <p:cNvSpPr/>
          <p:nvPr/>
        </p:nvSpPr>
        <p:spPr>
          <a:xfrm>
            <a:off x="2406772" y="2369856"/>
            <a:ext cx="128764" cy="128764"/>
          </a:xfrm>
          <a:custGeom>
            <a:avLst/>
            <a:gdLst/>
            <a:ahLst/>
            <a:cxnLst/>
            <a:rect l="l" t="t" r="r" b="b"/>
            <a:pathLst>
              <a:path w="8298" h="8298" extrusionOk="0">
                <a:moveTo>
                  <a:pt x="1" y="1"/>
                </a:moveTo>
                <a:lnTo>
                  <a:pt x="1" y="8297"/>
                </a:lnTo>
                <a:lnTo>
                  <a:pt x="8297" y="8297"/>
                </a:lnTo>
                <a:lnTo>
                  <a:pt x="829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19"/>
          <p:cNvSpPr/>
          <p:nvPr/>
        </p:nvSpPr>
        <p:spPr>
          <a:xfrm>
            <a:off x="2061089" y="2796292"/>
            <a:ext cx="128764" cy="128749"/>
          </a:xfrm>
          <a:custGeom>
            <a:avLst/>
            <a:gdLst/>
            <a:ahLst/>
            <a:cxnLst/>
            <a:rect l="l" t="t" r="r" b="b"/>
            <a:pathLst>
              <a:path w="8298" h="8297" extrusionOk="0">
                <a:moveTo>
                  <a:pt x="0" y="0"/>
                </a:moveTo>
                <a:lnTo>
                  <a:pt x="0" y="8297"/>
                </a:lnTo>
                <a:lnTo>
                  <a:pt x="8297" y="8297"/>
                </a:lnTo>
                <a:lnTo>
                  <a:pt x="829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19"/>
          <p:cNvSpPr/>
          <p:nvPr/>
        </p:nvSpPr>
        <p:spPr>
          <a:xfrm>
            <a:off x="1856436" y="2796292"/>
            <a:ext cx="128376" cy="128749"/>
          </a:xfrm>
          <a:custGeom>
            <a:avLst/>
            <a:gdLst/>
            <a:ahLst/>
            <a:cxnLst/>
            <a:rect l="l" t="t" r="r" b="b"/>
            <a:pathLst>
              <a:path w="8273" h="8297" extrusionOk="0">
                <a:moveTo>
                  <a:pt x="0" y="0"/>
                </a:moveTo>
                <a:lnTo>
                  <a:pt x="0" y="8297"/>
                </a:lnTo>
                <a:lnTo>
                  <a:pt x="8273" y="8297"/>
                </a:lnTo>
                <a:lnTo>
                  <a:pt x="827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19"/>
          <p:cNvSpPr/>
          <p:nvPr/>
        </p:nvSpPr>
        <p:spPr>
          <a:xfrm>
            <a:off x="641505" y="2796292"/>
            <a:ext cx="128764" cy="128749"/>
          </a:xfrm>
          <a:custGeom>
            <a:avLst/>
            <a:gdLst/>
            <a:ahLst/>
            <a:cxnLst/>
            <a:rect l="l" t="t" r="r" b="b"/>
            <a:pathLst>
              <a:path w="8298" h="8297" extrusionOk="0">
                <a:moveTo>
                  <a:pt x="1" y="0"/>
                </a:moveTo>
                <a:lnTo>
                  <a:pt x="1" y="8297"/>
                </a:lnTo>
                <a:lnTo>
                  <a:pt x="8297" y="8297"/>
                </a:lnTo>
                <a:lnTo>
                  <a:pt x="829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19"/>
          <p:cNvSpPr/>
          <p:nvPr/>
        </p:nvSpPr>
        <p:spPr>
          <a:xfrm>
            <a:off x="3094800" y="2583074"/>
            <a:ext cx="128749" cy="128764"/>
          </a:xfrm>
          <a:custGeom>
            <a:avLst/>
            <a:gdLst/>
            <a:ahLst/>
            <a:cxnLst/>
            <a:rect l="l" t="t" r="r" b="b"/>
            <a:pathLst>
              <a:path w="8297" h="8298" extrusionOk="0">
                <a:moveTo>
                  <a:pt x="0" y="0"/>
                </a:moveTo>
                <a:lnTo>
                  <a:pt x="0" y="8297"/>
                </a:lnTo>
                <a:lnTo>
                  <a:pt x="8297" y="8297"/>
                </a:lnTo>
                <a:lnTo>
                  <a:pt x="829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19"/>
          <p:cNvSpPr/>
          <p:nvPr/>
        </p:nvSpPr>
        <p:spPr>
          <a:xfrm>
            <a:off x="191634" y="2369856"/>
            <a:ext cx="128764" cy="128764"/>
          </a:xfrm>
          <a:custGeom>
            <a:avLst/>
            <a:gdLst/>
            <a:ahLst/>
            <a:cxnLst/>
            <a:rect l="l" t="t" r="r" b="b"/>
            <a:pathLst>
              <a:path w="8298" h="8298" extrusionOk="0">
                <a:moveTo>
                  <a:pt x="1" y="1"/>
                </a:moveTo>
                <a:lnTo>
                  <a:pt x="1" y="8297"/>
                </a:lnTo>
                <a:lnTo>
                  <a:pt x="8297" y="8297"/>
                </a:lnTo>
                <a:lnTo>
                  <a:pt x="8297" y="1"/>
                </a:lnTo>
                <a:close/>
              </a:path>
            </a:pathLst>
          </a:custGeom>
          <a:solidFill>
            <a:srgbClr val="FFFFFF">
              <a:alpha val="31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19"/>
          <p:cNvSpPr/>
          <p:nvPr/>
        </p:nvSpPr>
        <p:spPr>
          <a:xfrm>
            <a:off x="1339573" y="3009138"/>
            <a:ext cx="1644653" cy="128749"/>
          </a:xfrm>
          <a:custGeom>
            <a:avLst/>
            <a:gdLst/>
            <a:ahLst/>
            <a:cxnLst/>
            <a:rect l="l" t="t" r="r" b="b"/>
            <a:pathLst>
              <a:path w="105987" h="8297" extrusionOk="0">
                <a:moveTo>
                  <a:pt x="1" y="0"/>
                </a:moveTo>
                <a:lnTo>
                  <a:pt x="1" y="8297"/>
                </a:lnTo>
                <a:lnTo>
                  <a:pt x="105987" y="8297"/>
                </a:lnTo>
                <a:lnTo>
                  <a:pt x="10598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19"/>
          <p:cNvSpPr/>
          <p:nvPr/>
        </p:nvSpPr>
        <p:spPr>
          <a:xfrm>
            <a:off x="1339573" y="3009138"/>
            <a:ext cx="478156" cy="128749"/>
          </a:xfrm>
          <a:custGeom>
            <a:avLst/>
            <a:gdLst/>
            <a:ahLst/>
            <a:cxnLst/>
            <a:rect l="l" t="t" r="r" b="b"/>
            <a:pathLst>
              <a:path w="30814" h="8297" extrusionOk="0">
                <a:moveTo>
                  <a:pt x="1" y="0"/>
                </a:moveTo>
                <a:lnTo>
                  <a:pt x="1" y="8297"/>
                </a:lnTo>
                <a:lnTo>
                  <a:pt x="30813" y="8297"/>
                </a:lnTo>
                <a:lnTo>
                  <a:pt x="3081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19"/>
          <p:cNvSpPr/>
          <p:nvPr/>
        </p:nvSpPr>
        <p:spPr>
          <a:xfrm>
            <a:off x="0" y="3009510"/>
            <a:ext cx="749775" cy="128376"/>
          </a:xfrm>
          <a:custGeom>
            <a:avLst/>
            <a:gdLst/>
            <a:ahLst/>
            <a:cxnLst/>
            <a:rect l="l" t="t" r="r" b="b"/>
            <a:pathLst>
              <a:path w="48318" h="8273" extrusionOk="0">
                <a:moveTo>
                  <a:pt x="1" y="0"/>
                </a:moveTo>
                <a:lnTo>
                  <a:pt x="1" y="8273"/>
                </a:lnTo>
                <a:lnTo>
                  <a:pt x="48318" y="8273"/>
                </a:lnTo>
                <a:lnTo>
                  <a:pt x="48318"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19"/>
          <p:cNvSpPr/>
          <p:nvPr/>
        </p:nvSpPr>
        <p:spPr>
          <a:xfrm>
            <a:off x="1084687" y="3009138"/>
            <a:ext cx="128764" cy="128749"/>
          </a:xfrm>
          <a:custGeom>
            <a:avLst/>
            <a:gdLst/>
            <a:ahLst/>
            <a:cxnLst/>
            <a:rect l="l" t="t" r="r" b="b"/>
            <a:pathLst>
              <a:path w="8298" h="8297" extrusionOk="0">
                <a:moveTo>
                  <a:pt x="0" y="0"/>
                </a:moveTo>
                <a:lnTo>
                  <a:pt x="0" y="8297"/>
                </a:lnTo>
                <a:lnTo>
                  <a:pt x="8297" y="8297"/>
                </a:lnTo>
                <a:lnTo>
                  <a:pt x="829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19"/>
          <p:cNvSpPr/>
          <p:nvPr/>
        </p:nvSpPr>
        <p:spPr>
          <a:xfrm>
            <a:off x="879662" y="3009138"/>
            <a:ext cx="128749" cy="128749"/>
          </a:xfrm>
          <a:custGeom>
            <a:avLst/>
            <a:gdLst/>
            <a:ahLst/>
            <a:cxnLst/>
            <a:rect l="l" t="t" r="r" b="b"/>
            <a:pathLst>
              <a:path w="8297" h="8297" extrusionOk="0">
                <a:moveTo>
                  <a:pt x="0" y="0"/>
                </a:moveTo>
                <a:lnTo>
                  <a:pt x="0" y="8297"/>
                </a:lnTo>
                <a:lnTo>
                  <a:pt x="8297" y="8297"/>
                </a:lnTo>
                <a:lnTo>
                  <a:pt x="829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19"/>
          <p:cNvSpPr/>
          <p:nvPr/>
        </p:nvSpPr>
        <p:spPr>
          <a:xfrm>
            <a:off x="533979" y="3435558"/>
            <a:ext cx="128749" cy="128764"/>
          </a:xfrm>
          <a:custGeom>
            <a:avLst/>
            <a:gdLst/>
            <a:ahLst/>
            <a:cxnLst/>
            <a:rect l="l" t="t" r="r" b="b"/>
            <a:pathLst>
              <a:path w="8297" h="8298" extrusionOk="0">
                <a:moveTo>
                  <a:pt x="0" y="1"/>
                </a:moveTo>
                <a:lnTo>
                  <a:pt x="0" y="8297"/>
                </a:lnTo>
                <a:lnTo>
                  <a:pt x="8297" y="8297"/>
                </a:lnTo>
                <a:lnTo>
                  <a:pt x="8297" y="1"/>
                </a:lnTo>
                <a:close/>
              </a:path>
            </a:pathLst>
          </a:custGeom>
          <a:solidFill>
            <a:srgbClr val="FFFFFF">
              <a:alpha val="31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19"/>
          <p:cNvSpPr/>
          <p:nvPr/>
        </p:nvSpPr>
        <p:spPr>
          <a:xfrm>
            <a:off x="338622" y="3435558"/>
            <a:ext cx="128749" cy="128764"/>
          </a:xfrm>
          <a:custGeom>
            <a:avLst/>
            <a:gdLst/>
            <a:ahLst/>
            <a:cxnLst/>
            <a:rect l="l" t="t" r="r" b="b"/>
            <a:pathLst>
              <a:path w="8297" h="8298" extrusionOk="0">
                <a:moveTo>
                  <a:pt x="0" y="1"/>
                </a:moveTo>
                <a:lnTo>
                  <a:pt x="0" y="8297"/>
                </a:lnTo>
                <a:lnTo>
                  <a:pt x="8297" y="8297"/>
                </a:lnTo>
                <a:lnTo>
                  <a:pt x="829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19"/>
          <p:cNvSpPr/>
          <p:nvPr/>
        </p:nvSpPr>
        <p:spPr>
          <a:xfrm>
            <a:off x="142891" y="3435558"/>
            <a:ext cx="128764" cy="128764"/>
          </a:xfrm>
          <a:custGeom>
            <a:avLst/>
            <a:gdLst/>
            <a:ahLst/>
            <a:cxnLst/>
            <a:rect l="l" t="t" r="r" b="b"/>
            <a:pathLst>
              <a:path w="8298" h="8298" extrusionOk="0">
                <a:moveTo>
                  <a:pt x="0" y="1"/>
                </a:moveTo>
                <a:lnTo>
                  <a:pt x="0" y="8297"/>
                </a:lnTo>
                <a:lnTo>
                  <a:pt x="8297" y="8297"/>
                </a:lnTo>
                <a:lnTo>
                  <a:pt x="829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19"/>
          <p:cNvSpPr/>
          <p:nvPr/>
        </p:nvSpPr>
        <p:spPr>
          <a:xfrm>
            <a:off x="3094800" y="3009138"/>
            <a:ext cx="128749" cy="128749"/>
          </a:xfrm>
          <a:custGeom>
            <a:avLst/>
            <a:gdLst/>
            <a:ahLst/>
            <a:cxnLst/>
            <a:rect l="l" t="t" r="r" b="b"/>
            <a:pathLst>
              <a:path w="8297" h="8297" extrusionOk="0">
                <a:moveTo>
                  <a:pt x="0" y="0"/>
                </a:moveTo>
                <a:lnTo>
                  <a:pt x="0" y="8297"/>
                </a:lnTo>
                <a:lnTo>
                  <a:pt x="8297" y="8297"/>
                </a:lnTo>
                <a:lnTo>
                  <a:pt x="8297" y="0"/>
                </a:lnTo>
                <a:close/>
              </a:path>
            </a:pathLst>
          </a:custGeom>
          <a:solidFill>
            <a:srgbClr val="FFFFFF">
              <a:alpha val="31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19"/>
          <p:cNvSpPr/>
          <p:nvPr/>
        </p:nvSpPr>
        <p:spPr>
          <a:xfrm>
            <a:off x="1676332" y="2583074"/>
            <a:ext cx="1314984" cy="128764"/>
          </a:xfrm>
          <a:custGeom>
            <a:avLst/>
            <a:gdLst/>
            <a:ahLst/>
            <a:cxnLst/>
            <a:rect l="l" t="t" r="r" b="b"/>
            <a:pathLst>
              <a:path w="84742" h="8298" extrusionOk="0">
                <a:moveTo>
                  <a:pt x="1" y="0"/>
                </a:moveTo>
                <a:lnTo>
                  <a:pt x="1" y="8297"/>
                </a:lnTo>
                <a:lnTo>
                  <a:pt x="84741" y="8297"/>
                </a:lnTo>
                <a:lnTo>
                  <a:pt x="8474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19"/>
          <p:cNvSpPr/>
          <p:nvPr/>
        </p:nvSpPr>
        <p:spPr>
          <a:xfrm>
            <a:off x="2267232" y="2796292"/>
            <a:ext cx="956281" cy="128749"/>
          </a:xfrm>
          <a:custGeom>
            <a:avLst/>
            <a:gdLst/>
            <a:ahLst/>
            <a:cxnLst/>
            <a:rect l="l" t="t" r="r" b="b"/>
            <a:pathLst>
              <a:path w="61626" h="8297" extrusionOk="0">
                <a:moveTo>
                  <a:pt x="1" y="0"/>
                </a:moveTo>
                <a:lnTo>
                  <a:pt x="1" y="8297"/>
                </a:lnTo>
                <a:lnTo>
                  <a:pt x="61626" y="8297"/>
                </a:lnTo>
                <a:lnTo>
                  <a:pt x="61626" y="0"/>
                </a:lnTo>
                <a:close/>
              </a:path>
            </a:pathLst>
          </a:custGeom>
          <a:solidFill>
            <a:srgbClr val="FFFFFF">
              <a:alpha val="1254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19"/>
          <p:cNvSpPr/>
          <p:nvPr/>
        </p:nvSpPr>
        <p:spPr>
          <a:xfrm>
            <a:off x="641505" y="2796292"/>
            <a:ext cx="896384" cy="128749"/>
          </a:xfrm>
          <a:custGeom>
            <a:avLst/>
            <a:gdLst/>
            <a:ahLst/>
            <a:cxnLst/>
            <a:rect l="l" t="t" r="r" b="b"/>
            <a:pathLst>
              <a:path w="57766" h="8297" extrusionOk="0">
                <a:moveTo>
                  <a:pt x="1" y="0"/>
                </a:moveTo>
                <a:lnTo>
                  <a:pt x="1" y="8297"/>
                </a:lnTo>
                <a:lnTo>
                  <a:pt x="57765" y="8297"/>
                </a:lnTo>
                <a:lnTo>
                  <a:pt x="57765" y="0"/>
                </a:lnTo>
                <a:close/>
              </a:path>
            </a:pathLst>
          </a:custGeom>
          <a:solidFill>
            <a:srgbClr val="FFFFFF">
              <a:alpha val="31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19"/>
          <p:cNvSpPr/>
          <p:nvPr/>
        </p:nvSpPr>
        <p:spPr>
          <a:xfrm>
            <a:off x="0" y="2796292"/>
            <a:ext cx="449495" cy="128749"/>
          </a:xfrm>
          <a:custGeom>
            <a:avLst/>
            <a:gdLst/>
            <a:ahLst/>
            <a:cxnLst/>
            <a:rect l="l" t="t" r="r" b="b"/>
            <a:pathLst>
              <a:path w="28967" h="8297" extrusionOk="0">
                <a:moveTo>
                  <a:pt x="1" y="0"/>
                </a:moveTo>
                <a:lnTo>
                  <a:pt x="1" y="8297"/>
                </a:lnTo>
                <a:lnTo>
                  <a:pt x="28967" y="8297"/>
                </a:lnTo>
                <a:lnTo>
                  <a:pt x="2896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19"/>
          <p:cNvSpPr/>
          <p:nvPr/>
        </p:nvSpPr>
        <p:spPr>
          <a:xfrm>
            <a:off x="1676332" y="3222340"/>
            <a:ext cx="1547157" cy="128764"/>
          </a:xfrm>
          <a:custGeom>
            <a:avLst/>
            <a:gdLst/>
            <a:ahLst/>
            <a:cxnLst/>
            <a:rect l="l" t="t" r="r" b="b"/>
            <a:pathLst>
              <a:path w="99704" h="8298" extrusionOk="0">
                <a:moveTo>
                  <a:pt x="1" y="1"/>
                </a:moveTo>
                <a:lnTo>
                  <a:pt x="1" y="8298"/>
                </a:lnTo>
                <a:lnTo>
                  <a:pt x="99704" y="8298"/>
                </a:lnTo>
                <a:lnTo>
                  <a:pt x="99704" y="1"/>
                </a:lnTo>
                <a:close/>
              </a:path>
            </a:pathLst>
          </a:custGeom>
          <a:solidFill>
            <a:srgbClr val="FFFFFF">
              <a:alpha val="31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19"/>
          <p:cNvSpPr/>
          <p:nvPr/>
        </p:nvSpPr>
        <p:spPr>
          <a:xfrm>
            <a:off x="2522506" y="3435558"/>
            <a:ext cx="701019" cy="128764"/>
          </a:xfrm>
          <a:custGeom>
            <a:avLst/>
            <a:gdLst/>
            <a:ahLst/>
            <a:cxnLst/>
            <a:rect l="l" t="t" r="r" b="b"/>
            <a:pathLst>
              <a:path w="45176" h="8298" extrusionOk="0">
                <a:moveTo>
                  <a:pt x="0" y="1"/>
                </a:moveTo>
                <a:lnTo>
                  <a:pt x="0" y="8297"/>
                </a:lnTo>
                <a:lnTo>
                  <a:pt x="45176" y="8297"/>
                </a:lnTo>
                <a:lnTo>
                  <a:pt x="45176"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19"/>
          <p:cNvSpPr/>
          <p:nvPr/>
        </p:nvSpPr>
        <p:spPr>
          <a:xfrm>
            <a:off x="0" y="2583074"/>
            <a:ext cx="1277773" cy="128764"/>
          </a:xfrm>
          <a:custGeom>
            <a:avLst/>
            <a:gdLst/>
            <a:ahLst/>
            <a:cxnLst/>
            <a:rect l="l" t="t" r="r" b="b"/>
            <a:pathLst>
              <a:path w="82344" h="8298" extrusionOk="0">
                <a:moveTo>
                  <a:pt x="1" y="0"/>
                </a:moveTo>
                <a:lnTo>
                  <a:pt x="1" y="8297"/>
                </a:lnTo>
                <a:lnTo>
                  <a:pt x="82343" y="8297"/>
                </a:lnTo>
                <a:lnTo>
                  <a:pt x="8234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19"/>
          <p:cNvSpPr/>
          <p:nvPr/>
        </p:nvSpPr>
        <p:spPr>
          <a:xfrm>
            <a:off x="812313" y="3435558"/>
            <a:ext cx="1562783" cy="128764"/>
          </a:xfrm>
          <a:custGeom>
            <a:avLst/>
            <a:gdLst/>
            <a:ahLst/>
            <a:cxnLst/>
            <a:rect l="l" t="t" r="r" b="b"/>
            <a:pathLst>
              <a:path w="100711" h="8298" extrusionOk="0">
                <a:moveTo>
                  <a:pt x="0" y="1"/>
                </a:moveTo>
                <a:lnTo>
                  <a:pt x="0" y="8297"/>
                </a:lnTo>
                <a:lnTo>
                  <a:pt x="100710" y="8297"/>
                </a:lnTo>
                <a:lnTo>
                  <a:pt x="100710" y="1"/>
                </a:lnTo>
                <a:close/>
              </a:path>
            </a:pathLst>
          </a:custGeom>
          <a:solidFill>
            <a:srgbClr val="FFFFFF">
              <a:alpha val="31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19"/>
          <p:cNvSpPr/>
          <p:nvPr/>
        </p:nvSpPr>
        <p:spPr>
          <a:xfrm>
            <a:off x="3223538" y="1474200"/>
            <a:ext cx="1086520" cy="2772465"/>
          </a:xfrm>
          <a:custGeom>
            <a:avLst/>
            <a:gdLst/>
            <a:ahLst/>
            <a:cxnLst/>
            <a:rect l="l" t="t" r="r" b="b"/>
            <a:pathLst>
              <a:path w="70019" h="178667" extrusionOk="0">
                <a:moveTo>
                  <a:pt x="1" y="1"/>
                </a:moveTo>
                <a:lnTo>
                  <a:pt x="1" y="22085"/>
                </a:lnTo>
                <a:lnTo>
                  <a:pt x="7434" y="22085"/>
                </a:lnTo>
                <a:cubicBezTo>
                  <a:pt x="22133" y="22637"/>
                  <a:pt x="29495" y="30574"/>
                  <a:pt x="29495" y="45848"/>
                </a:cubicBezTo>
                <a:lnTo>
                  <a:pt x="29495" y="60259"/>
                </a:lnTo>
                <a:cubicBezTo>
                  <a:pt x="29495" y="76397"/>
                  <a:pt x="35082" y="85941"/>
                  <a:pt x="46256" y="88914"/>
                </a:cubicBezTo>
                <a:lnTo>
                  <a:pt x="46256" y="89753"/>
                </a:lnTo>
                <a:cubicBezTo>
                  <a:pt x="35082" y="92727"/>
                  <a:pt x="29495" y="102270"/>
                  <a:pt x="29495" y="118408"/>
                </a:cubicBezTo>
                <a:lnTo>
                  <a:pt x="29495" y="132843"/>
                </a:lnTo>
                <a:cubicBezTo>
                  <a:pt x="29495" y="148405"/>
                  <a:pt x="22133" y="156390"/>
                  <a:pt x="7434" y="156822"/>
                </a:cubicBezTo>
                <a:lnTo>
                  <a:pt x="1" y="156822"/>
                </a:lnTo>
                <a:lnTo>
                  <a:pt x="1" y="178666"/>
                </a:lnTo>
                <a:lnTo>
                  <a:pt x="7434" y="178666"/>
                </a:lnTo>
                <a:cubicBezTo>
                  <a:pt x="21869" y="178379"/>
                  <a:pt x="33259" y="174038"/>
                  <a:pt x="41604" y="165622"/>
                </a:cubicBezTo>
                <a:cubicBezTo>
                  <a:pt x="49948" y="157205"/>
                  <a:pt x="54121" y="145072"/>
                  <a:pt x="54121" y="129222"/>
                </a:cubicBezTo>
                <a:lnTo>
                  <a:pt x="54121" y="115866"/>
                </a:lnTo>
                <a:cubicBezTo>
                  <a:pt x="54121" y="111046"/>
                  <a:pt x="55032" y="107234"/>
                  <a:pt x="56878" y="104404"/>
                </a:cubicBezTo>
                <a:cubicBezTo>
                  <a:pt x="58701" y="101575"/>
                  <a:pt x="61266" y="100160"/>
                  <a:pt x="64503" y="100160"/>
                </a:cubicBezTo>
                <a:lnTo>
                  <a:pt x="70019" y="100160"/>
                </a:lnTo>
                <a:lnTo>
                  <a:pt x="70019" y="78315"/>
                </a:lnTo>
                <a:lnTo>
                  <a:pt x="64503" y="78315"/>
                </a:lnTo>
                <a:cubicBezTo>
                  <a:pt x="61266" y="78315"/>
                  <a:pt x="58701" y="76901"/>
                  <a:pt x="56878" y="74071"/>
                </a:cubicBezTo>
                <a:cubicBezTo>
                  <a:pt x="55032" y="71242"/>
                  <a:pt x="54121" y="67405"/>
                  <a:pt x="54121" y="62609"/>
                </a:cubicBezTo>
                <a:lnTo>
                  <a:pt x="54121" y="49661"/>
                </a:lnTo>
                <a:cubicBezTo>
                  <a:pt x="54121" y="33667"/>
                  <a:pt x="49972" y="21510"/>
                  <a:pt x="41700" y="13165"/>
                </a:cubicBezTo>
                <a:cubicBezTo>
                  <a:pt x="33427" y="4821"/>
                  <a:pt x="22013" y="433"/>
                  <a:pt x="7434" y="1"/>
                </a:cubicBez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19"/>
          <p:cNvSpPr/>
          <p:nvPr/>
        </p:nvSpPr>
        <p:spPr>
          <a:xfrm>
            <a:off x="-12" y="4446900"/>
            <a:ext cx="1086600" cy="6966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s">
  <p:cSld name="CUSTOM_10">
    <p:spTree>
      <p:nvGrpSpPr>
        <p:cNvPr id="1" name="Shape 284"/>
        <p:cNvGrpSpPr/>
        <p:nvPr/>
      </p:nvGrpSpPr>
      <p:grpSpPr>
        <a:xfrm>
          <a:off x="0" y="0"/>
          <a:ext cx="0" cy="0"/>
          <a:chOff x="0" y="0"/>
          <a:chExt cx="0" cy="0"/>
        </a:xfrm>
      </p:grpSpPr>
      <p:sp>
        <p:nvSpPr>
          <p:cNvPr id="285" name="Google Shape;285;p21"/>
          <p:cNvSpPr txBox="1">
            <a:spLocks noGrp="1"/>
          </p:cNvSpPr>
          <p:nvPr>
            <p:ph type="subTitle" idx="1"/>
          </p:nvPr>
        </p:nvSpPr>
        <p:spPr>
          <a:xfrm flipH="1">
            <a:off x="720000" y="1132375"/>
            <a:ext cx="7704000" cy="3294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000"/>
              <a:buFont typeface="Roboto"/>
              <a:buAutoNum type="arabicPeriod"/>
              <a:defRPr sz="1200"/>
            </a:lvl1pPr>
            <a:lvl2pPr lvl="1" algn="ctr" rtl="0">
              <a:lnSpc>
                <a:spcPct val="100000"/>
              </a:lnSpc>
              <a:spcBef>
                <a:spcPts val="0"/>
              </a:spcBef>
              <a:spcAft>
                <a:spcPts val="0"/>
              </a:spcAft>
              <a:buSzPts val="1200"/>
              <a:buFont typeface="Roboto Condensed Light"/>
              <a:buAutoNum type="alphaLcPeriod"/>
              <a:defRPr sz="1200"/>
            </a:lvl2pPr>
            <a:lvl3pPr lvl="2" algn="ctr" rtl="0">
              <a:lnSpc>
                <a:spcPct val="100000"/>
              </a:lnSpc>
              <a:spcBef>
                <a:spcPts val="0"/>
              </a:spcBef>
              <a:spcAft>
                <a:spcPts val="0"/>
              </a:spcAft>
              <a:buSzPts val="1200"/>
              <a:buFont typeface="Roboto Condensed Light"/>
              <a:buAutoNum type="romanLcPeriod"/>
              <a:defRPr sz="1200"/>
            </a:lvl3pPr>
            <a:lvl4pPr lvl="3" algn="ctr" rtl="0">
              <a:lnSpc>
                <a:spcPct val="100000"/>
              </a:lnSpc>
              <a:spcBef>
                <a:spcPts val="0"/>
              </a:spcBef>
              <a:spcAft>
                <a:spcPts val="0"/>
              </a:spcAft>
              <a:buSzPts val="1200"/>
              <a:buFont typeface="Roboto Condensed Light"/>
              <a:buAutoNum type="arabicPeriod"/>
              <a:defRPr sz="1200"/>
            </a:lvl4pPr>
            <a:lvl5pPr lvl="4" algn="ctr" rtl="0">
              <a:lnSpc>
                <a:spcPct val="100000"/>
              </a:lnSpc>
              <a:spcBef>
                <a:spcPts val="0"/>
              </a:spcBef>
              <a:spcAft>
                <a:spcPts val="0"/>
              </a:spcAft>
              <a:buSzPts val="1200"/>
              <a:buFont typeface="Roboto Condensed Light"/>
              <a:buAutoNum type="alphaLcPeriod"/>
              <a:defRPr sz="1200"/>
            </a:lvl5pPr>
            <a:lvl6pPr lvl="5" algn="ctr" rtl="0">
              <a:lnSpc>
                <a:spcPct val="100000"/>
              </a:lnSpc>
              <a:spcBef>
                <a:spcPts val="0"/>
              </a:spcBef>
              <a:spcAft>
                <a:spcPts val="0"/>
              </a:spcAft>
              <a:buSzPts val="1200"/>
              <a:buFont typeface="Roboto Condensed Light"/>
              <a:buAutoNum type="romanLcPeriod"/>
              <a:defRPr sz="1200"/>
            </a:lvl6pPr>
            <a:lvl7pPr lvl="6" algn="ctr" rtl="0">
              <a:lnSpc>
                <a:spcPct val="100000"/>
              </a:lnSpc>
              <a:spcBef>
                <a:spcPts val="0"/>
              </a:spcBef>
              <a:spcAft>
                <a:spcPts val="0"/>
              </a:spcAft>
              <a:buSzPts val="1200"/>
              <a:buFont typeface="Roboto Condensed Light"/>
              <a:buAutoNum type="arabicPeriod"/>
              <a:defRPr sz="1200"/>
            </a:lvl7pPr>
            <a:lvl8pPr lvl="7" algn="ctr" rtl="0">
              <a:lnSpc>
                <a:spcPct val="100000"/>
              </a:lnSpc>
              <a:spcBef>
                <a:spcPts val="0"/>
              </a:spcBef>
              <a:spcAft>
                <a:spcPts val="0"/>
              </a:spcAft>
              <a:buSzPts val="1200"/>
              <a:buFont typeface="Roboto Condensed Light"/>
              <a:buAutoNum type="alphaLcPeriod"/>
              <a:defRPr sz="1200"/>
            </a:lvl8pPr>
            <a:lvl9pPr lvl="8" algn="ctr" rtl="0">
              <a:lnSpc>
                <a:spcPct val="100000"/>
              </a:lnSpc>
              <a:spcBef>
                <a:spcPts val="0"/>
              </a:spcBef>
              <a:spcAft>
                <a:spcPts val="0"/>
              </a:spcAft>
              <a:buSzPts val="1200"/>
              <a:buFont typeface="Roboto Condensed Light"/>
              <a:buAutoNum type="romanLcPeriod"/>
              <a:defRPr sz="1200"/>
            </a:lvl9pPr>
          </a:lstStyle>
          <a:p>
            <a:endParaRPr/>
          </a:p>
        </p:txBody>
      </p:sp>
      <p:sp>
        <p:nvSpPr>
          <p:cNvPr id="286" name="Google Shape;286;p21"/>
          <p:cNvSpPr txBox="1">
            <a:spLocks noGrp="1"/>
          </p:cNvSpPr>
          <p:nvPr>
            <p:ph type="title"/>
          </p:nvPr>
        </p:nvSpPr>
        <p:spPr>
          <a:xfrm>
            <a:off x="1278050" y="343200"/>
            <a:ext cx="6588000" cy="6690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3000">
                <a:solidFill>
                  <a:schemeClr val="dk2"/>
                </a:solidFill>
              </a:defRPr>
            </a:lvl1pPr>
            <a:lvl2pPr lvl="1" algn="ctr" rtl="0">
              <a:spcBef>
                <a:spcPts val="0"/>
              </a:spcBef>
              <a:spcAft>
                <a:spcPts val="0"/>
              </a:spcAft>
              <a:buNone/>
              <a:defRPr sz="3000"/>
            </a:lvl2pPr>
            <a:lvl3pPr lvl="2" algn="ctr" rtl="0">
              <a:spcBef>
                <a:spcPts val="0"/>
              </a:spcBef>
              <a:spcAft>
                <a:spcPts val="0"/>
              </a:spcAft>
              <a:buNone/>
              <a:defRPr sz="3000"/>
            </a:lvl3pPr>
            <a:lvl4pPr lvl="3" algn="ctr" rtl="0">
              <a:spcBef>
                <a:spcPts val="0"/>
              </a:spcBef>
              <a:spcAft>
                <a:spcPts val="0"/>
              </a:spcAft>
              <a:buNone/>
              <a:defRPr sz="3000"/>
            </a:lvl4pPr>
            <a:lvl5pPr lvl="4" algn="ctr" rtl="0">
              <a:spcBef>
                <a:spcPts val="0"/>
              </a:spcBef>
              <a:spcAft>
                <a:spcPts val="0"/>
              </a:spcAft>
              <a:buNone/>
              <a:defRPr sz="3000"/>
            </a:lvl5pPr>
            <a:lvl6pPr lvl="5" algn="ctr" rtl="0">
              <a:spcBef>
                <a:spcPts val="0"/>
              </a:spcBef>
              <a:spcAft>
                <a:spcPts val="0"/>
              </a:spcAft>
              <a:buNone/>
              <a:defRPr sz="3000"/>
            </a:lvl6pPr>
            <a:lvl7pPr lvl="6" algn="ctr" rtl="0">
              <a:spcBef>
                <a:spcPts val="0"/>
              </a:spcBef>
              <a:spcAft>
                <a:spcPts val="0"/>
              </a:spcAft>
              <a:buNone/>
              <a:defRPr sz="3000"/>
            </a:lvl7pPr>
            <a:lvl8pPr lvl="7" algn="ctr" rtl="0">
              <a:spcBef>
                <a:spcPts val="0"/>
              </a:spcBef>
              <a:spcAft>
                <a:spcPts val="0"/>
              </a:spcAft>
              <a:buNone/>
              <a:defRPr sz="3000"/>
            </a:lvl8pPr>
            <a:lvl9pPr lvl="8" algn="ctr" rtl="0">
              <a:spcBef>
                <a:spcPts val="0"/>
              </a:spcBef>
              <a:spcAft>
                <a:spcPts val="0"/>
              </a:spcAft>
              <a:buNone/>
              <a:defRPr sz="3000"/>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dk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lt1"/>
              </a:buClr>
              <a:buSzPts val="2800"/>
              <a:buFont typeface="Overpass Mono"/>
              <a:buNone/>
              <a:defRPr sz="2800" b="1">
                <a:solidFill>
                  <a:schemeClr val="lt1"/>
                </a:solidFill>
                <a:latin typeface="Overpass Mono"/>
                <a:ea typeface="Overpass Mono"/>
                <a:cs typeface="Overpass Mono"/>
                <a:sym typeface="Overpass Mono"/>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lt1"/>
              </a:buClr>
              <a:buSzPts val="1800"/>
              <a:buFont typeface="Anaheim"/>
              <a:buChar char="●"/>
              <a:defRPr sz="1800">
                <a:solidFill>
                  <a:schemeClr val="lt1"/>
                </a:solidFill>
                <a:latin typeface="Anaheim"/>
                <a:ea typeface="Anaheim"/>
                <a:cs typeface="Anaheim"/>
                <a:sym typeface="Anaheim"/>
              </a:defRPr>
            </a:lvl1pPr>
            <a:lvl2pPr marL="914400" lvl="1" indent="-317500">
              <a:lnSpc>
                <a:spcPct val="115000"/>
              </a:lnSpc>
              <a:spcBef>
                <a:spcPts val="1600"/>
              </a:spcBef>
              <a:spcAft>
                <a:spcPts val="0"/>
              </a:spcAft>
              <a:buClr>
                <a:schemeClr val="lt1"/>
              </a:buClr>
              <a:buSzPts val="1400"/>
              <a:buFont typeface="Anaheim"/>
              <a:buChar char="○"/>
              <a:defRPr>
                <a:solidFill>
                  <a:schemeClr val="lt1"/>
                </a:solidFill>
                <a:latin typeface="Anaheim"/>
                <a:ea typeface="Anaheim"/>
                <a:cs typeface="Anaheim"/>
                <a:sym typeface="Anaheim"/>
              </a:defRPr>
            </a:lvl2pPr>
            <a:lvl3pPr marL="1371600" lvl="2" indent="-317500">
              <a:lnSpc>
                <a:spcPct val="115000"/>
              </a:lnSpc>
              <a:spcBef>
                <a:spcPts val="1600"/>
              </a:spcBef>
              <a:spcAft>
                <a:spcPts val="0"/>
              </a:spcAft>
              <a:buClr>
                <a:schemeClr val="lt1"/>
              </a:buClr>
              <a:buSzPts val="1400"/>
              <a:buFont typeface="Anaheim"/>
              <a:buChar char="■"/>
              <a:defRPr>
                <a:solidFill>
                  <a:schemeClr val="lt1"/>
                </a:solidFill>
                <a:latin typeface="Anaheim"/>
                <a:ea typeface="Anaheim"/>
                <a:cs typeface="Anaheim"/>
                <a:sym typeface="Anaheim"/>
              </a:defRPr>
            </a:lvl3pPr>
            <a:lvl4pPr marL="1828800" lvl="3" indent="-317500">
              <a:lnSpc>
                <a:spcPct val="115000"/>
              </a:lnSpc>
              <a:spcBef>
                <a:spcPts val="1600"/>
              </a:spcBef>
              <a:spcAft>
                <a:spcPts val="0"/>
              </a:spcAft>
              <a:buClr>
                <a:schemeClr val="lt1"/>
              </a:buClr>
              <a:buSzPts val="1400"/>
              <a:buFont typeface="Anaheim"/>
              <a:buChar char="●"/>
              <a:defRPr>
                <a:solidFill>
                  <a:schemeClr val="lt1"/>
                </a:solidFill>
                <a:latin typeface="Anaheim"/>
                <a:ea typeface="Anaheim"/>
                <a:cs typeface="Anaheim"/>
                <a:sym typeface="Anaheim"/>
              </a:defRPr>
            </a:lvl4pPr>
            <a:lvl5pPr marL="2286000" lvl="4" indent="-317500">
              <a:lnSpc>
                <a:spcPct val="115000"/>
              </a:lnSpc>
              <a:spcBef>
                <a:spcPts val="1600"/>
              </a:spcBef>
              <a:spcAft>
                <a:spcPts val="0"/>
              </a:spcAft>
              <a:buClr>
                <a:schemeClr val="lt1"/>
              </a:buClr>
              <a:buSzPts val="1400"/>
              <a:buFont typeface="Anaheim"/>
              <a:buChar char="○"/>
              <a:defRPr>
                <a:solidFill>
                  <a:schemeClr val="lt1"/>
                </a:solidFill>
                <a:latin typeface="Anaheim"/>
                <a:ea typeface="Anaheim"/>
                <a:cs typeface="Anaheim"/>
                <a:sym typeface="Anaheim"/>
              </a:defRPr>
            </a:lvl5pPr>
            <a:lvl6pPr marL="2743200" lvl="5" indent="-317500">
              <a:lnSpc>
                <a:spcPct val="115000"/>
              </a:lnSpc>
              <a:spcBef>
                <a:spcPts val="1600"/>
              </a:spcBef>
              <a:spcAft>
                <a:spcPts val="0"/>
              </a:spcAft>
              <a:buClr>
                <a:schemeClr val="lt1"/>
              </a:buClr>
              <a:buSzPts val="1400"/>
              <a:buFont typeface="Anaheim"/>
              <a:buChar char="■"/>
              <a:defRPr>
                <a:solidFill>
                  <a:schemeClr val="lt1"/>
                </a:solidFill>
                <a:latin typeface="Anaheim"/>
                <a:ea typeface="Anaheim"/>
                <a:cs typeface="Anaheim"/>
                <a:sym typeface="Anaheim"/>
              </a:defRPr>
            </a:lvl6pPr>
            <a:lvl7pPr marL="3200400" lvl="6" indent="-317500">
              <a:lnSpc>
                <a:spcPct val="115000"/>
              </a:lnSpc>
              <a:spcBef>
                <a:spcPts val="1600"/>
              </a:spcBef>
              <a:spcAft>
                <a:spcPts val="0"/>
              </a:spcAft>
              <a:buClr>
                <a:schemeClr val="lt1"/>
              </a:buClr>
              <a:buSzPts val="1400"/>
              <a:buFont typeface="Anaheim"/>
              <a:buChar char="●"/>
              <a:defRPr>
                <a:solidFill>
                  <a:schemeClr val="lt1"/>
                </a:solidFill>
                <a:latin typeface="Anaheim"/>
                <a:ea typeface="Anaheim"/>
                <a:cs typeface="Anaheim"/>
                <a:sym typeface="Anaheim"/>
              </a:defRPr>
            </a:lvl7pPr>
            <a:lvl8pPr marL="3657600" lvl="7" indent="-317500">
              <a:lnSpc>
                <a:spcPct val="115000"/>
              </a:lnSpc>
              <a:spcBef>
                <a:spcPts val="1600"/>
              </a:spcBef>
              <a:spcAft>
                <a:spcPts val="0"/>
              </a:spcAft>
              <a:buClr>
                <a:schemeClr val="lt1"/>
              </a:buClr>
              <a:buSzPts val="1400"/>
              <a:buFont typeface="Anaheim"/>
              <a:buChar char="○"/>
              <a:defRPr>
                <a:solidFill>
                  <a:schemeClr val="lt1"/>
                </a:solidFill>
                <a:latin typeface="Anaheim"/>
                <a:ea typeface="Anaheim"/>
                <a:cs typeface="Anaheim"/>
                <a:sym typeface="Anaheim"/>
              </a:defRPr>
            </a:lvl8pPr>
            <a:lvl9pPr marL="4114800" lvl="8" indent="-317500">
              <a:lnSpc>
                <a:spcPct val="115000"/>
              </a:lnSpc>
              <a:spcBef>
                <a:spcPts val="1600"/>
              </a:spcBef>
              <a:spcAft>
                <a:spcPts val="1600"/>
              </a:spcAft>
              <a:buClr>
                <a:schemeClr val="lt1"/>
              </a:buClr>
              <a:buSzPts val="1400"/>
              <a:buFont typeface="Anaheim"/>
              <a:buChar char="■"/>
              <a:defRPr>
                <a:solidFill>
                  <a:schemeClr val="lt1"/>
                </a:solidFill>
                <a:latin typeface="Anaheim"/>
                <a:ea typeface="Anaheim"/>
                <a:cs typeface="Anaheim"/>
                <a:sym typeface="Anaheim"/>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3" r:id="rId4"/>
    <p:sldLayoutId id="2147483659" r:id="rId5"/>
    <p:sldLayoutId id="2147483661" r:id="rId6"/>
    <p:sldLayoutId id="2147483665" r:id="rId7"/>
    <p:sldLayoutId id="2147483667" r:id="rId8"/>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454">
          <p15:clr>
            <a:srgbClr val="EA4335"/>
          </p15:clr>
        </p15:guide>
        <p15:guide id="2" pos="5306">
          <p15:clr>
            <a:srgbClr val="EA4335"/>
          </p15:clr>
        </p15:guide>
        <p15:guide id="3" orient="horz" pos="340">
          <p15:clr>
            <a:srgbClr val="EA4335"/>
          </p15:clr>
        </p15:guide>
        <p15:guide id="4" orient="horz" pos="2898">
          <p15:clr>
            <a:srgbClr val="EA4335"/>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hyperlink" Target="https://www.tops-int.com/python-training-ahmedabad" TargetMode="External"/><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27"/>
          <p:cNvSpPr txBox="1">
            <a:spLocks noGrp="1"/>
          </p:cNvSpPr>
          <p:nvPr>
            <p:ph type="ctrTitle"/>
          </p:nvPr>
        </p:nvSpPr>
        <p:spPr>
          <a:xfrm>
            <a:off x="718575" y="1369045"/>
            <a:ext cx="7213074" cy="1910400"/>
          </a:xfrm>
          <a:prstGeom prst="rect">
            <a:avLst/>
          </a:prstGeom>
        </p:spPr>
        <p:txBody>
          <a:bodyPr spcFirstLastPara="1" wrap="square" lIns="91425" tIns="91425" rIns="91425" bIns="0" anchor="b" anchorCtr="0">
            <a:noAutofit/>
          </a:bodyPr>
          <a:lstStyle/>
          <a:p>
            <a:pPr marL="0" lvl="0" indent="0" algn="l" rtl="0">
              <a:spcBef>
                <a:spcPts val="0"/>
              </a:spcBef>
              <a:spcAft>
                <a:spcPts val="0"/>
              </a:spcAft>
              <a:buNone/>
            </a:pPr>
            <a:r>
              <a:rPr lang="en" dirty="0" smtClean="0"/>
              <a:t>PYTHON</a:t>
            </a:r>
            <a:endParaRPr dirty="0"/>
          </a:p>
        </p:txBody>
      </p:sp>
      <p:sp>
        <p:nvSpPr>
          <p:cNvPr id="335" name="Google Shape;335;p27"/>
          <p:cNvSpPr txBox="1">
            <a:spLocks noGrp="1"/>
          </p:cNvSpPr>
          <p:nvPr>
            <p:ph type="subTitle" idx="1"/>
          </p:nvPr>
        </p:nvSpPr>
        <p:spPr>
          <a:xfrm>
            <a:off x="769050" y="3396100"/>
            <a:ext cx="8520600" cy="792600"/>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en-US" sz="2100" dirty="0" smtClean="0">
                <a:solidFill>
                  <a:schemeClr val="dk2"/>
                </a:solidFill>
              </a:rPr>
              <a:t>Everything about python programming language.</a:t>
            </a:r>
            <a:endParaRPr sz="2100" dirty="0">
              <a:solidFill>
                <a:schemeClr val="dk2"/>
              </a:solidFill>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sp>
        <p:nvSpPr>
          <p:cNvPr id="347" name="Google Shape;347;p29"/>
          <p:cNvSpPr txBox="1">
            <a:spLocks noGrp="1"/>
          </p:cNvSpPr>
          <p:nvPr>
            <p:ph type="title" idx="5"/>
          </p:nvPr>
        </p:nvSpPr>
        <p:spPr>
          <a:xfrm>
            <a:off x="1278000" y="342000"/>
            <a:ext cx="6588000" cy="669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smtClean="0"/>
              <a:t>CONTENTS</a:t>
            </a:r>
            <a:endParaRPr dirty="0"/>
          </a:p>
        </p:txBody>
      </p:sp>
      <p:sp>
        <p:nvSpPr>
          <p:cNvPr id="348" name="Google Shape;348;p29"/>
          <p:cNvSpPr txBox="1">
            <a:spLocks noGrp="1"/>
          </p:cNvSpPr>
          <p:nvPr>
            <p:ph type="ctrTitle"/>
          </p:nvPr>
        </p:nvSpPr>
        <p:spPr>
          <a:xfrm flipH="1">
            <a:off x="2189800" y="1848349"/>
            <a:ext cx="2163900" cy="240900"/>
          </a:xfrm>
          <a:prstGeom prst="rect">
            <a:avLst/>
          </a:prstGeom>
        </p:spPr>
        <p:txBody>
          <a:bodyPr spcFirstLastPara="1" wrap="square" lIns="91425" tIns="0" rIns="91425" bIns="0" anchor="b" anchorCtr="0">
            <a:noAutofit/>
          </a:bodyPr>
          <a:lstStyle/>
          <a:p>
            <a:pPr marL="0" lvl="0" indent="0" algn="l" rtl="0">
              <a:spcBef>
                <a:spcPts val="0"/>
              </a:spcBef>
              <a:spcAft>
                <a:spcPts val="0"/>
              </a:spcAft>
              <a:buNone/>
            </a:pPr>
            <a:r>
              <a:rPr lang="en" sz="3500" b="1"/>
              <a:t>01</a:t>
            </a:r>
            <a:endParaRPr sz="3500" b="1"/>
          </a:p>
        </p:txBody>
      </p:sp>
      <p:sp>
        <p:nvSpPr>
          <p:cNvPr id="349" name="Google Shape;349;p29"/>
          <p:cNvSpPr txBox="1">
            <a:spLocks noGrp="1"/>
          </p:cNvSpPr>
          <p:nvPr>
            <p:ph type="subTitle" idx="1"/>
          </p:nvPr>
        </p:nvSpPr>
        <p:spPr>
          <a:xfrm flipH="1">
            <a:off x="1489753" y="2162325"/>
            <a:ext cx="2863948" cy="4266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dirty="0" smtClean="0"/>
              <a:t>What is Python?</a:t>
            </a:r>
            <a:endParaRPr sz="2200" b="1" dirty="0">
              <a:latin typeface="Overpass Mono"/>
              <a:ea typeface="Overpass Mono"/>
              <a:cs typeface="Overpass Mono"/>
              <a:sym typeface="Overpass Mono"/>
            </a:endParaRPr>
          </a:p>
        </p:txBody>
      </p:sp>
      <p:sp>
        <p:nvSpPr>
          <p:cNvPr id="350" name="Google Shape;350;p29"/>
          <p:cNvSpPr txBox="1">
            <a:spLocks noGrp="1"/>
          </p:cNvSpPr>
          <p:nvPr>
            <p:ph type="ctrTitle" idx="2"/>
          </p:nvPr>
        </p:nvSpPr>
        <p:spPr>
          <a:xfrm flipH="1">
            <a:off x="4811675" y="1848401"/>
            <a:ext cx="2163900" cy="240900"/>
          </a:xfrm>
          <a:prstGeom prst="rect">
            <a:avLst/>
          </a:prstGeom>
        </p:spPr>
        <p:txBody>
          <a:bodyPr spcFirstLastPara="1" wrap="square" lIns="91425" tIns="0" rIns="91425" bIns="0" anchor="b" anchorCtr="0">
            <a:noAutofit/>
          </a:bodyPr>
          <a:lstStyle/>
          <a:p>
            <a:pPr marL="0" lvl="0" indent="0" algn="r" rtl="0">
              <a:spcBef>
                <a:spcPts val="0"/>
              </a:spcBef>
              <a:spcAft>
                <a:spcPts val="0"/>
              </a:spcAft>
              <a:buNone/>
            </a:pPr>
            <a:r>
              <a:rPr lang="en" sz="3500" b="1"/>
              <a:t>03</a:t>
            </a:r>
            <a:endParaRPr sz="3500" b="1"/>
          </a:p>
        </p:txBody>
      </p:sp>
      <p:sp>
        <p:nvSpPr>
          <p:cNvPr id="351" name="Google Shape;351;p29"/>
          <p:cNvSpPr txBox="1">
            <a:spLocks noGrp="1"/>
          </p:cNvSpPr>
          <p:nvPr>
            <p:ph type="subTitle" idx="3"/>
          </p:nvPr>
        </p:nvSpPr>
        <p:spPr>
          <a:xfrm flipH="1">
            <a:off x="5548045" y="2163531"/>
            <a:ext cx="2486346" cy="651588"/>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dirty="0" smtClean="0"/>
              <a:t>Advantages &amp; Disadvantages</a:t>
            </a:r>
            <a:endParaRPr sz="2200" b="1" dirty="0">
              <a:latin typeface="Overpass Mono"/>
              <a:ea typeface="Overpass Mono"/>
              <a:cs typeface="Overpass Mono"/>
              <a:sym typeface="Overpass Mono"/>
            </a:endParaRPr>
          </a:p>
        </p:txBody>
      </p:sp>
      <p:sp>
        <p:nvSpPr>
          <p:cNvPr id="352" name="Google Shape;352;p29"/>
          <p:cNvSpPr txBox="1">
            <a:spLocks noGrp="1"/>
          </p:cNvSpPr>
          <p:nvPr>
            <p:ph type="ctrTitle" idx="6"/>
          </p:nvPr>
        </p:nvSpPr>
        <p:spPr>
          <a:xfrm flipH="1">
            <a:off x="2189800" y="3258286"/>
            <a:ext cx="2163900" cy="240900"/>
          </a:xfrm>
          <a:prstGeom prst="rect">
            <a:avLst/>
          </a:prstGeom>
        </p:spPr>
        <p:txBody>
          <a:bodyPr spcFirstLastPara="1" wrap="square" lIns="91425" tIns="0" rIns="91425" bIns="0" anchor="b" anchorCtr="0">
            <a:noAutofit/>
          </a:bodyPr>
          <a:lstStyle/>
          <a:p>
            <a:pPr marL="0" lvl="0" indent="0" algn="l" rtl="0">
              <a:spcBef>
                <a:spcPts val="0"/>
              </a:spcBef>
              <a:spcAft>
                <a:spcPts val="0"/>
              </a:spcAft>
              <a:buNone/>
            </a:pPr>
            <a:r>
              <a:rPr lang="en" dirty="0"/>
              <a:t>02</a:t>
            </a:r>
            <a:endParaRPr dirty="0"/>
          </a:p>
        </p:txBody>
      </p:sp>
      <p:sp>
        <p:nvSpPr>
          <p:cNvPr id="354" name="Google Shape;354;p29"/>
          <p:cNvSpPr txBox="1">
            <a:spLocks noGrp="1"/>
          </p:cNvSpPr>
          <p:nvPr>
            <p:ph type="ctrTitle" idx="8"/>
          </p:nvPr>
        </p:nvSpPr>
        <p:spPr>
          <a:xfrm flipH="1">
            <a:off x="4811675" y="3258338"/>
            <a:ext cx="2163900" cy="240900"/>
          </a:xfrm>
          <a:prstGeom prst="rect">
            <a:avLst/>
          </a:prstGeom>
        </p:spPr>
        <p:txBody>
          <a:bodyPr spcFirstLastPara="1" wrap="square" lIns="91425" tIns="0" rIns="91425" bIns="0" anchor="b" anchorCtr="0">
            <a:noAutofit/>
          </a:bodyPr>
          <a:lstStyle/>
          <a:p>
            <a:pPr marL="0" lvl="0" indent="0" algn="r" rtl="0">
              <a:spcBef>
                <a:spcPts val="0"/>
              </a:spcBef>
              <a:spcAft>
                <a:spcPts val="0"/>
              </a:spcAft>
              <a:buNone/>
            </a:pPr>
            <a:r>
              <a:rPr lang="en"/>
              <a:t>04</a:t>
            </a:r>
            <a:endParaRPr/>
          </a:p>
        </p:txBody>
      </p:sp>
      <p:sp>
        <p:nvSpPr>
          <p:cNvPr id="355" name="Google Shape;355;p29"/>
          <p:cNvSpPr txBox="1">
            <a:spLocks noGrp="1"/>
          </p:cNvSpPr>
          <p:nvPr>
            <p:ph type="subTitle" idx="9"/>
          </p:nvPr>
        </p:nvSpPr>
        <p:spPr>
          <a:xfrm flipH="1">
            <a:off x="5322013" y="3572262"/>
            <a:ext cx="2712378" cy="649211"/>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dirty="0" smtClean="0"/>
              <a:t>Scope &amp; Future of Python</a:t>
            </a:r>
            <a:endParaRPr dirty="0"/>
          </a:p>
          <a:p>
            <a:pPr marL="0" lvl="0" indent="0" algn="r" rtl="0">
              <a:spcBef>
                <a:spcPts val="0"/>
              </a:spcBef>
              <a:spcAft>
                <a:spcPts val="0"/>
              </a:spcAft>
              <a:buNone/>
            </a:pPr>
            <a:endParaRPr dirty="0"/>
          </a:p>
          <a:p>
            <a:pPr marL="0" lvl="0" indent="0" algn="r" rtl="0">
              <a:spcBef>
                <a:spcPts val="0"/>
              </a:spcBef>
              <a:spcAft>
                <a:spcPts val="0"/>
              </a:spcAft>
              <a:buNone/>
            </a:pPr>
            <a:endParaRPr dirty="0"/>
          </a:p>
        </p:txBody>
      </p:sp>
      <p:sp>
        <p:nvSpPr>
          <p:cNvPr id="2" name="Subtitle 1"/>
          <p:cNvSpPr>
            <a:spLocks noGrp="1"/>
          </p:cNvSpPr>
          <p:nvPr>
            <p:ph type="subTitle" idx="7"/>
          </p:nvPr>
        </p:nvSpPr>
        <p:spPr>
          <a:xfrm flipH="1">
            <a:off x="1799383" y="3572262"/>
            <a:ext cx="1950684" cy="427806"/>
          </a:xfrm>
        </p:spPr>
        <p:txBody>
          <a:bodyPr/>
          <a:lstStyle/>
          <a:p>
            <a:r>
              <a:rPr lang="en-US" dirty="0" smtClean="0"/>
              <a:t>Features</a:t>
            </a:r>
            <a:endParaRPr lang="en-US"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39"/>
        <p:cNvGrpSpPr/>
        <p:nvPr/>
      </p:nvGrpSpPr>
      <p:grpSpPr>
        <a:xfrm>
          <a:off x="0" y="0"/>
          <a:ext cx="0" cy="0"/>
          <a:chOff x="0" y="0"/>
          <a:chExt cx="0" cy="0"/>
        </a:xfrm>
      </p:grpSpPr>
      <p:sp>
        <p:nvSpPr>
          <p:cNvPr id="340" name="Google Shape;340;p28"/>
          <p:cNvSpPr txBox="1">
            <a:spLocks noGrp="1"/>
          </p:cNvSpPr>
          <p:nvPr>
            <p:ph type="title"/>
          </p:nvPr>
        </p:nvSpPr>
        <p:spPr>
          <a:xfrm>
            <a:off x="1278050" y="343200"/>
            <a:ext cx="6588000" cy="669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smtClean="0"/>
              <a:t>WHAT IS PYTHON</a:t>
            </a:r>
            <a:r>
              <a:rPr lang="en" dirty="0" smtClean="0"/>
              <a:t>?</a:t>
            </a:r>
            <a:endParaRPr dirty="0"/>
          </a:p>
        </p:txBody>
      </p:sp>
      <p:sp>
        <p:nvSpPr>
          <p:cNvPr id="341" name="Google Shape;341;p28"/>
          <p:cNvSpPr txBox="1">
            <a:spLocks noGrp="1"/>
          </p:cNvSpPr>
          <p:nvPr>
            <p:ph type="subTitle" idx="1"/>
          </p:nvPr>
        </p:nvSpPr>
        <p:spPr>
          <a:xfrm flipH="1">
            <a:off x="720000" y="1132375"/>
            <a:ext cx="7704000" cy="3294000"/>
          </a:xfrm>
          <a:prstGeom prst="rect">
            <a:avLst/>
          </a:prstGeom>
        </p:spPr>
        <p:txBody>
          <a:bodyPr spcFirstLastPara="1" wrap="square" lIns="91425" tIns="91425" rIns="91425" bIns="91425" anchor="t" anchorCtr="0">
            <a:noAutofit/>
          </a:bodyPr>
          <a:lstStyle/>
          <a:p>
            <a:pPr marL="285750" lvl="0" indent="-285750" algn="just">
              <a:buFont typeface="Wingdings" panose="05000000000000000000" pitchFamily="2" charset="2"/>
              <a:buChar char="Ø"/>
            </a:pPr>
            <a:r>
              <a:rPr lang="en-US" sz="1600" dirty="0"/>
              <a:t>Python is used for server-side web development, software development, mathematics, and system scripting, and is popular for Rapid Application Development and as a scripting or glue language to tie existing components because of its high-level, built-in data structures, dynamic typing, and </a:t>
            </a:r>
            <a:r>
              <a:rPr lang="en-US" sz="1600" dirty="0" smtClean="0"/>
              <a:t>dynamic </a:t>
            </a:r>
            <a:r>
              <a:rPr lang="en-US" sz="1600" dirty="0"/>
              <a:t>binding</a:t>
            </a:r>
            <a:r>
              <a:rPr lang="en-US" sz="1600" dirty="0" smtClean="0"/>
              <a:t>.</a:t>
            </a:r>
          </a:p>
          <a:p>
            <a:pPr marL="285750" lvl="0" indent="-285750" algn="just">
              <a:buFont typeface="Wingdings" panose="05000000000000000000" pitchFamily="2" charset="2"/>
              <a:buChar char="Ø"/>
            </a:pPr>
            <a:endParaRPr lang="en-US" sz="1600" dirty="0"/>
          </a:p>
          <a:p>
            <a:pPr marL="285750" lvl="0" indent="-285750" algn="just">
              <a:buFont typeface="Wingdings" panose="05000000000000000000" pitchFamily="2" charset="2"/>
              <a:buChar char="Ø"/>
            </a:pPr>
            <a:r>
              <a:rPr lang="en-US" sz="1600" dirty="0"/>
              <a:t>Python can connect to database systems. It can also read and modify files. Python can be used to handle big data and perform complex mathematics. Python can be used for rapid prototyping, or for production-ready software development</a:t>
            </a:r>
            <a:r>
              <a:rPr lang="en-US" sz="1600" dirty="0" smtClean="0"/>
              <a:t>.</a:t>
            </a: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59"/>
        <p:cNvGrpSpPr/>
        <p:nvPr/>
      </p:nvGrpSpPr>
      <p:grpSpPr>
        <a:xfrm>
          <a:off x="0" y="0"/>
          <a:ext cx="0" cy="0"/>
          <a:chOff x="0" y="0"/>
          <a:chExt cx="0" cy="0"/>
        </a:xfrm>
      </p:grpSpPr>
      <p:pic>
        <p:nvPicPr>
          <p:cNvPr id="360" name="Google Shape;360;p30"/>
          <p:cNvPicPr preferRelativeResize="0"/>
          <p:nvPr/>
        </p:nvPicPr>
        <p:blipFill rotWithShape="1">
          <a:blip r:embed="rId3">
            <a:alphaModFix/>
          </a:blip>
          <a:srcRect l="24495" t="18187" r="9353" b="4812"/>
          <a:stretch/>
        </p:blipFill>
        <p:spPr>
          <a:xfrm>
            <a:off x="5353050" y="1809750"/>
            <a:ext cx="3324251" cy="2581274"/>
          </a:xfrm>
          <a:prstGeom prst="rect">
            <a:avLst/>
          </a:prstGeom>
          <a:noFill/>
          <a:ln>
            <a:noFill/>
          </a:ln>
        </p:spPr>
      </p:pic>
      <p:sp>
        <p:nvSpPr>
          <p:cNvPr id="361" name="Google Shape;361;p30"/>
          <p:cNvSpPr txBox="1">
            <a:spLocks noGrp="1"/>
          </p:cNvSpPr>
          <p:nvPr>
            <p:ph type="body" idx="1"/>
          </p:nvPr>
        </p:nvSpPr>
        <p:spPr>
          <a:xfrm>
            <a:off x="609499" y="1973025"/>
            <a:ext cx="3512700" cy="2130900"/>
          </a:xfrm>
          <a:prstGeom prst="rect">
            <a:avLst/>
          </a:prstGeom>
        </p:spPr>
        <p:txBody>
          <a:bodyPr spcFirstLastPara="1" wrap="square" lIns="91425" tIns="91425" rIns="91425" bIns="91425" anchor="t" anchorCtr="0">
            <a:noAutofit/>
          </a:bodyPr>
          <a:lstStyle/>
          <a:p>
            <a:pPr marL="0" indent="0" algn="just">
              <a:buNone/>
            </a:pPr>
            <a:r>
              <a:rPr lang="en-US" dirty="0"/>
              <a:t>Python was created by Guido van Rossum, and first released on February 20, 1991. While you may know the python as a large snake, the name of the Python programming language comes from an old BBC television comedy sketch series called Monty Python's Flying Circus.</a:t>
            </a:r>
          </a:p>
          <a:p>
            <a:pPr marL="0" lvl="0" indent="0" algn="just" rtl="0">
              <a:spcBef>
                <a:spcPts val="0"/>
              </a:spcBef>
              <a:spcAft>
                <a:spcPts val="0"/>
              </a:spcAft>
              <a:buNone/>
            </a:pPr>
            <a:endParaRPr dirty="0"/>
          </a:p>
        </p:txBody>
      </p:sp>
      <p:sp>
        <p:nvSpPr>
          <p:cNvPr id="362" name="Google Shape;362;p30"/>
          <p:cNvSpPr txBox="1">
            <a:spLocks noGrp="1"/>
          </p:cNvSpPr>
          <p:nvPr>
            <p:ph type="title"/>
          </p:nvPr>
        </p:nvSpPr>
        <p:spPr>
          <a:xfrm>
            <a:off x="560825" y="1168325"/>
            <a:ext cx="6045458" cy="669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smtClean="0"/>
              <a:t>WHEN WAS PYTHON CREATED</a:t>
            </a:r>
            <a:r>
              <a:rPr lang="en" dirty="0" smtClean="0"/>
              <a:t>?</a:t>
            </a:r>
            <a:endParaRPr dirty="0">
              <a:solidFill>
                <a:schemeClr val="dk2"/>
              </a:solidFill>
            </a:endParaRPr>
          </a:p>
        </p:txBody>
      </p:sp>
      <p:sp>
        <p:nvSpPr>
          <p:cNvPr id="363" name="Google Shape;363;p30"/>
          <p:cNvSpPr/>
          <p:nvPr/>
        </p:nvSpPr>
        <p:spPr>
          <a:xfrm>
            <a:off x="7524751" y="3887550"/>
            <a:ext cx="1619286" cy="241405"/>
          </a:xfrm>
          <a:custGeom>
            <a:avLst/>
            <a:gdLst/>
            <a:ahLst/>
            <a:cxnLst/>
            <a:rect l="l" t="t" r="r" b="b"/>
            <a:pathLst>
              <a:path w="146079" h="5859" extrusionOk="0">
                <a:moveTo>
                  <a:pt x="1" y="1"/>
                </a:moveTo>
                <a:lnTo>
                  <a:pt x="1" y="5858"/>
                </a:lnTo>
                <a:lnTo>
                  <a:pt x="146079" y="5858"/>
                </a:lnTo>
                <a:lnTo>
                  <a:pt x="14607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24"/>
        <p:cNvGrpSpPr/>
        <p:nvPr/>
      </p:nvGrpSpPr>
      <p:grpSpPr>
        <a:xfrm>
          <a:off x="0" y="0"/>
          <a:ext cx="0" cy="0"/>
          <a:chOff x="0" y="0"/>
          <a:chExt cx="0" cy="0"/>
        </a:xfrm>
      </p:grpSpPr>
      <p:sp>
        <p:nvSpPr>
          <p:cNvPr id="925" name="Google Shape;925;p54"/>
          <p:cNvSpPr txBox="1">
            <a:spLocks noGrp="1"/>
          </p:cNvSpPr>
          <p:nvPr>
            <p:ph type="title"/>
          </p:nvPr>
        </p:nvSpPr>
        <p:spPr>
          <a:xfrm>
            <a:off x="1278050" y="343200"/>
            <a:ext cx="6588000" cy="669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smtClean="0"/>
              <a:t>PYTHON </a:t>
            </a:r>
            <a:r>
              <a:rPr lang="en" dirty="0" smtClean="0"/>
              <a:t>RESOURCES</a:t>
            </a:r>
            <a:endParaRPr dirty="0"/>
          </a:p>
        </p:txBody>
      </p:sp>
      <p:sp>
        <p:nvSpPr>
          <p:cNvPr id="926" name="Google Shape;926;p54"/>
          <p:cNvSpPr txBox="1"/>
          <p:nvPr/>
        </p:nvSpPr>
        <p:spPr>
          <a:xfrm>
            <a:off x="754542" y="1134000"/>
            <a:ext cx="3566400" cy="3015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dirty="0" smtClean="0">
                <a:solidFill>
                  <a:schemeClr val="lt1"/>
                </a:solidFill>
                <a:latin typeface="Anaheim"/>
                <a:ea typeface="Anaheim"/>
                <a:cs typeface="Anaheim"/>
                <a:sym typeface="Anaheim"/>
              </a:rPr>
              <a:t>Here are some websites if you want to learn python.</a:t>
            </a:r>
          </a:p>
          <a:p>
            <a:pPr marL="0" lvl="0" indent="0" algn="l" rtl="0">
              <a:lnSpc>
                <a:spcPct val="115000"/>
              </a:lnSpc>
              <a:spcBef>
                <a:spcPts val="0"/>
              </a:spcBef>
              <a:spcAft>
                <a:spcPts val="0"/>
              </a:spcAft>
              <a:buNone/>
            </a:pPr>
            <a:endParaRPr lang="en-US" dirty="0" smtClean="0">
              <a:solidFill>
                <a:schemeClr val="lt1"/>
              </a:solidFill>
              <a:latin typeface="Anaheim"/>
              <a:ea typeface="Anaheim"/>
              <a:cs typeface="Anaheim"/>
              <a:sym typeface="Anaheim"/>
            </a:endParaRPr>
          </a:p>
          <a:p>
            <a:pPr marL="342900" lvl="0" indent="-342900" algn="l" rtl="0">
              <a:lnSpc>
                <a:spcPct val="115000"/>
              </a:lnSpc>
              <a:spcBef>
                <a:spcPts val="0"/>
              </a:spcBef>
              <a:spcAft>
                <a:spcPts val="0"/>
              </a:spcAft>
              <a:buFont typeface="+mj-lt"/>
              <a:buAutoNum type="arabicPeriod"/>
            </a:pPr>
            <a:r>
              <a:rPr lang="en-US" dirty="0" err="1" smtClean="0">
                <a:solidFill>
                  <a:schemeClr val="lt1"/>
                </a:solidFill>
                <a:latin typeface="Anaheim"/>
                <a:ea typeface="Anaheim"/>
                <a:cs typeface="Anaheim"/>
                <a:sym typeface="Anaheim"/>
              </a:rPr>
              <a:t>Codecademy</a:t>
            </a:r>
            <a:endParaRPr lang="en-US" dirty="0" smtClean="0">
              <a:solidFill>
                <a:schemeClr val="lt1"/>
              </a:solidFill>
              <a:latin typeface="Anaheim"/>
              <a:ea typeface="Anaheim"/>
              <a:cs typeface="Anaheim"/>
              <a:sym typeface="Anaheim"/>
            </a:endParaRPr>
          </a:p>
          <a:p>
            <a:pPr marL="342900" lvl="0" indent="-342900" algn="l" rtl="0">
              <a:lnSpc>
                <a:spcPct val="115000"/>
              </a:lnSpc>
              <a:spcBef>
                <a:spcPts val="0"/>
              </a:spcBef>
              <a:spcAft>
                <a:spcPts val="0"/>
              </a:spcAft>
              <a:buFont typeface="+mj-lt"/>
              <a:buAutoNum type="arabicPeriod"/>
            </a:pPr>
            <a:r>
              <a:rPr lang="en-US" dirty="0" smtClean="0">
                <a:solidFill>
                  <a:schemeClr val="lt1"/>
                </a:solidFill>
                <a:latin typeface="Anaheim"/>
                <a:ea typeface="Anaheim"/>
                <a:cs typeface="Anaheim"/>
                <a:sym typeface="Anaheim"/>
              </a:rPr>
              <a:t>W3Schools</a:t>
            </a:r>
          </a:p>
          <a:p>
            <a:pPr marL="342900" lvl="0" indent="-342900" algn="l" rtl="0">
              <a:lnSpc>
                <a:spcPct val="115000"/>
              </a:lnSpc>
              <a:spcBef>
                <a:spcPts val="0"/>
              </a:spcBef>
              <a:spcAft>
                <a:spcPts val="0"/>
              </a:spcAft>
              <a:buFont typeface="+mj-lt"/>
              <a:buAutoNum type="arabicPeriod"/>
            </a:pPr>
            <a:r>
              <a:rPr lang="en-US" dirty="0" err="1" smtClean="0">
                <a:solidFill>
                  <a:schemeClr val="lt1"/>
                </a:solidFill>
                <a:latin typeface="Anaheim"/>
                <a:ea typeface="Anaheim"/>
                <a:cs typeface="Anaheim"/>
                <a:sym typeface="Anaheim"/>
              </a:rPr>
              <a:t>Codewars</a:t>
            </a:r>
            <a:endParaRPr lang="en-US" dirty="0" smtClean="0">
              <a:solidFill>
                <a:schemeClr val="lt1"/>
              </a:solidFill>
              <a:latin typeface="Anaheim"/>
              <a:ea typeface="Anaheim"/>
              <a:cs typeface="Anaheim"/>
              <a:sym typeface="Anaheim"/>
            </a:endParaRPr>
          </a:p>
          <a:p>
            <a:pPr marL="342900" lvl="0" indent="-342900" algn="l" rtl="0">
              <a:lnSpc>
                <a:spcPct val="115000"/>
              </a:lnSpc>
              <a:spcBef>
                <a:spcPts val="0"/>
              </a:spcBef>
              <a:spcAft>
                <a:spcPts val="0"/>
              </a:spcAft>
              <a:buFont typeface="+mj-lt"/>
              <a:buAutoNum type="arabicPeriod"/>
            </a:pPr>
            <a:r>
              <a:rPr lang="en-US" dirty="0" err="1" smtClean="0">
                <a:solidFill>
                  <a:schemeClr val="lt1"/>
                </a:solidFill>
                <a:latin typeface="Anaheim"/>
                <a:ea typeface="Anaheim"/>
                <a:cs typeface="Anaheim"/>
                <a:sym typeface="Anaheim"/>
              </a:rPr>
              <a:t>DataCamp</a:t>
            </a:r>
            <a:endParaRPr lang="en-US" dirty="0" smtClean="0">
              <a:solidFill>
                <a:schemeClr val="lt1"/>
              </a:solidFill>
              <a:latin typeface="Anaheim"/>
              <a:ea typeface="Anaheim"/>
              <a:cs typeface="Anaheim"/>
              <a:sym typeface="Anaheim"/>
            </a:endParaRPr>
          </a:p>
          <a:p>
            <a:pPr marL="342900" lvl="0" indent="-342900" algn="l" rtl="0">
              <a:lnSpc>
                <a:spcPct val="115000"/>
              </a:lnSpc>
              <a:spcBef>
                <a:spcPts val="0"/>
              </a:spcBef>
              <a:spcAft>
                <a:spcPts val="0"/>
              </a:spcAft>
              <a:buFont typeface="+mj-lt"/>
              <a:buAutoNum type="arabicPeriod"/>
            </a:pPr>
            <a:r>
              <a:rPr lang="en-US" dirty="0" err="1" smtClean="0">
                <a:solidFill>
                  <a:schemeClr val="lt1"/>
                </a:solidFill>
                <a:latin typeface="Anaheim"/>
                <a:ea typeface="Anaheim"/>
                <a:cs typeface="Anaheim"/>
                <a:sym typeface="Anaheim"/>
              </a:rPr>
              <a:t>freeCodeCamp</a:t>
            </a:r>
            <a:endParaRPr lang="en-US" dirty="0" smtClean="0">
              <a:solidFill>
                <a:schemeClr val="lt1"/>
              </a:solidFill>
              <a:latin typeface="Anaheim"/>
              <a:ea typeface="Anaheim"/>
              <a:cs typeface="Anaheim"/>
              <a:sym typeface="Anaheim"/>
            </a:endParaRPr>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18"/>
        <p:cNvGrpSpPr/>
        <p:nvPr/>
      </p:nvGrpSpPr>
      <p:grpSpPr>
        <a:xfrm>
          <a:off x="0" y="0"/>
          <a:ext cx="0" cy="0"/>
          <a:chOff x="0" y="0"/>
          <a:chExt cx="0" cy="0"/>
        </a:xfrm>
      </p:grpSpPr>
      <p:sp>
        <p:nvSpPr>
          <p:cNvPr id="919" name="Google Shape;919;p53"/>
          <p:cNvSpPr txBox="1">
            <a:spLocks noGrp="1"/>
          </p:cNvSpPr>
          <p:nvPr>
            <p:ph type="title"/>
          </p:nvPr>
        </p:nvSpPr>
        <p:spPr>
          <a:xfrm>
            <a:off x="1278050" y="343200"/>
            <a:ext cx="6588000" cy="669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smtClean="0"/>
              <a:t>FEATURE</a:t>
            </a:r>
            <a:r>
              <a:rPr lang="en" dirty="0" smtClean="0"/>
              <a:t>S</a:t>
            </a:r>
            <a:endParaRPr dirty="0"/>
          </a:p>
        </p:txBody>
      </p:sp>
      <p:sp>
        <p:nvSpPr>
          <p:cNvPr id="920" name="Google Shape;920;p53"/>
          <p:cNvSpPr txBox="1"/>
          <p:nvPr/>
        </p:nvSpPr>
        <p:spPr>
          <a:xfrm>
            <a:off x="754541" y="1134000"/>
            <a:ext cx="7701089" cy="3015000"/>
          </a:xfrm>
          <a:prstGeom prst="rect">
            <a:avLst/>
          </a:prstGeom>
          <a:noFill/>
          <a:ln>
            <a:noFill/>
          </a:ln>
        </p:spPr>
        <p:txBody>
          <a:bodyPr spcFirstLastPara="1" wrap="square" lIns="91425" tIns="91425" rIns="91425" bIns="91425" anchor="t" anchorCtr="0">
            <a:noAutofit/>
          </a:bodyPr>
          <a:lstStyle/>
          <a:p>
            <a:pPr marL="285750" lvl="0" indent="-285750" algn="just" rtl="0">
              <a:lnSpc>
                <a:spcPct val="115000"/>
              </a:lnSpc>
              <a:spcBef>
                <a:spcPts val="0"/>
              </a:spcBef>
              <a:spcAft>
                <a:spcPts val="0"/>
              </a:spcAft>
              <a:buFont typeface="Arial" panose="020B0604020202020204" pitchFamily="34" charset="0"/>
              <a:buChar char="•"/>
            </a:pPr>
            <a:r>
              <a:rPr lang="en-US" sz="1600" dirty="0" smtClean="0">
                <a:solidFill>
                  <a:schemeClr val="lt1"/>
                </a:solidFill>
                <a:latin typeface="Anaheim"/>
                <a:ea typeface="Anaheim"/>
                <a:cs typeface="Anaheim"/>
                <a:sym typeface="Anaheim"/>
              </a:rPr>
              <a:t>Uses an elegant syntax, making the programs you write easier to read.</a:t>
            </a:r>
            <a:endParaRPr lang="en-US" sz="1600" dirty="0">
              <a:solidFill>
                <a:schemeClr val="lt1"/>
              </a:solidFill>
              <a:latin typeface="Anaheim"/>
              <a:ea typeface="Anaheim"/>
              <a:cs typeface="Anaheim"/>
              <a:sym typeface="Anaheim"/>
            </a:endParaRPr>
          </a:p>
          <a:p>
            <a:pPr marL="285750" lvl="0" indent="-285750" algn="just" rtl="0">
              <a:lnSpc>
                <a:spcPct val="115000"/>
              </a:lnSpc>
              <a:spcBef>
                <a:spcPts val="0"/>
              </a:spcBef>
              <a:spcAft>
                <a:spcPts val="0"/>
              </a:spcAft>
              <a:buFont typeface="Arial" panose="020B0604020202020204" pitchFamily="34" charset="0"/>
              <a:buChar char="•"/>
            </a:pPr>
            <a:r>
              <a:rPr lang="en-US" sz="1600" dirty="0" smtClean="0">
                <a:solidFill>
                  <a:schemeClr val="lt1"/>
                </a:solidFill>
                <a:latin typeface="Anaheim"/>
                <a:ea typeface="Anaheim"/>
                <a:cs typeface="Anaheim"/>
                <a:sym typeface="Anaheim"/>
              </a:rPr>
              <a:t>Easy-to-use Language.</a:t>
            </a:r>
          </a:p>
          <a:p>
            <a:pPr marL="285750" lvl="0" indent="-285750" algn="just">
              <a:lnSpc>
                <a:spcPct val="115000"/>
              </a:lnSpc>
              <a:buFont typeface="Arial" panose="020B0604020202020204" pitchFamily="34" charset="0"/>
              <a:buChar char="•"/>
            </a:pPr>
            <a:r>
              <a:rPr lang="en-US" sz="1600" dirty="0" smtClean="0">
                <a:solidFill>
                  <a:schemeClr val="lt1"/>
                </a:solidFill>
                <a:latin typeface="Anaheim"/>
                <a:ea typeface="Anaheim"/>
                <a:cs typeface="Anaheim"/>
                <a:sym typeface="Anaheim"/>
              </a:rPr>
              <a:t>Comes with a large standard library that supports many common programming tasks such as connecting to web, searching text with </a:t>
            </a:r>
            <a:r>
              <a:rPr lang="en-US" sz="1600" dirty="0">
                <a:solidFill>
                  <a:schemeClr val="lt1"/>
                </a:solidFill>
                <a:latin typeface="Anaheim"/>
                <a:ea typeface="Anaheim"/>
                <a:cs typeface="Anaheim"/>
                <a:sym typeface="Anaheim"/>
              </a:rPr>
              <a:t> regular </a:t>
            </a:r>
            <a:r>
              <a:rPr lang="en-US" sz="1600" dirty="0" smtClean="0">
                <a:solidFill>
                  <a:schemeClr val="lt1"/>
                </a:solidFill>
                <a:latin typeface="Anaheim"/>
                <a:ea typeface="Anaheim"/>
                <a:cs typeface="Anaheim"/>
                <a:sym typeface="Anaheim"/>
              </a:rPr>
              <a:t>expressions, reading and modifying files.</a:t>
            </a:r>
          </a:p>
          <a:p>
            <a:pPr marL="285750" lvl="0" indent="-285750" algn="just">
              <a:lnSpc>
                <a:spcPct val="115000"/>
              </a:lnSpc>
              <a:buFont typeface="Arial" panose="020B0604020202020204" pitchFamily="34" charset="0"/>
              <a:buChar char="•"/>
            </a:pPr>
            <a:r>
              <a:rPr lang="en-US" sz="1600" dirty="0" smtClean="0">
                <a:solidFill>
                  <a:schemeClr val="lt1"/>
                </a:solidFill>
                <a:latin typeface="Anaheim"/>
                <a:ea typeface="Anaheim"/>
                <a:cs typeface="Anaheim"/>
                <a:sym typeface="Anaheim"/>
              </a:rPr>
              <a:t>Runs anywhere. Including Mac OS, Linux and Unix.</a:t>
            </a:r>
          </a:p>
          <a:p>
            <a:pPr marL="285750" lvl="0" indent="-285750" algn="just">
              <a:lnSpc>
                <a:spcPct val="115000"/>
              </a:lnSpc>
              <a:buFont typeface="Arial" panose="020B0604020202020204" pitchFamily="34" charset="0"/>
              <a:buChar char="•"/>
            </a:pPr>
            <a:r>
              <a:rPr lang="en-US" sz="1600" dirty="0" smtClean="0">
                <a:solidFill>
                  <a:schemeClr val="lt1"/>
                </a:solidFill>
                <a:latin typeface="Anaheim"/>
                <a:ea typeface="Anaheim"/>
                <a:cs typeface="Anaheim"/>
                <a:sym typeface="Anaheim"/>
              </a:rPr>
              <a:t>Free language in two ways: First, it doesn’t cost any penny and second can be freely modified and redistributed.</a:t>
            </a:r>
            <a:endParaRPr lang="en-US" sz="1600" dirty="0">
              <a:solidFill>
                <a:schemeClr val="lt1"/>
              </a:solidFill>
              <a:latin typeface="Anaheim"/>
              <a:ea typeface="Anaheim"/>
              <a:cs typeface="Anaheim"/>
              <a:sym typeface="Anaheim"/>
            </a:endParaRP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79"/>
        <p:cNvGrpSpPr/>
        <p:nvPr/>
      </p:nvGrpSpPr>
      <p:grpSpPr>
        <a:xfrm>
          <a:off x="0" y="0"/>
          <a:ext cx="0" cy="0"/>
          <a:chOff x="0" y="0"/>
          <a:chExt cx="0" cy="0"/>
        </a:xfrm>
      </p:grpSpPr>
      <p:sp>
        <p:nvSpPr>
          <p:cNvPr id="380" name="Google Shape;380;p33"/>
          <p:cNvSpPr txBox="1">
            <a:spLocks noGrp="1"/>
          </p:cNvSpPr>
          <p:nvPr>
            <p:ph type="body" idx="1"/>
          </p:nvPr>
        </p:nvSpPr>
        <p:spPr>
          <a:xfrm>
            <a:off x="4579525" y="2388200"/>
            <a:ext cx="3932700" cy="2130900"/>
          </a:xfrm>
          <a:prstGeom prst="rect">
            <a:avLst/>
          </a:prstGeom>
        </p:spPr>
        <p:txBody>
          <a:bodyPr spcFirstLastPara="1" wrap="square" lIns="91425" tIns="91425" rIns="91425" bIns="91425" anchor="t" anchorCtr="0">
            <a:noAutofit/>
          </a:bodyPr>
          <a:lstStyle/>
          <a:p>
            <a:pPr marL="342900" indent="-342900" algn="l">
              <a:buFont typeface="+mj-lt"/>
              <a:buAutoNum type="arabicPeriod"/>
            </a:pPr>
            <a:r>
              <a:rPr lang="en-US" dirty="0"/>
              <a:t>Easy to Read, Learn and Write</a:t>
            </a:r>
          </a:p>
          <a:p>
            <a:pPr marL="342900" indent="-342900" algn="l">
              <a:buFont typeface="+mj-lt"/>
              <a:buAutoNum type="arabicPeriod"/>
            </a:pPr>
            <a:r>
              <a:rPr lang="en-US" dirty="0"/>
              <a:t>Improved Productivity</a:t>
            </a:r>
          </a:p>
          <a:p>
            <a:pPr marL="342900" indent="-342900" algn="l">
              <a:buFont typeface="+mj-lt"/>
              <a:buAutoNum type="arabicPeriod"/>
            </a:pPr>
            <a:r>
              <a:rPr lang="en-US" dirty="0"/>
              <a:t>Interpreted Language</a:t>
            </a:r>
          </a:p>
          <a:p>
            <a:pPr marL="342900" indent="-342900" algn="l">
              <a:buFont typeface="+mj-lt"/>
              <a:buAutoNum type="arabicPeriod"/>
            </a:pPr>
            <a:r>
              <a:rPr lang="en-US" dirty="0"/>
              <a:t>Dynamically Typed</a:t>
            </a:r>
          </a:p>
          <a:p>
            <a:pPr marL="342900" indent="-342900" algn="l">
              <a:buFont typeface="+mj-lt"/>
              <a:buAutoNum type="arabicPeriod"/>
            </a:pPr>
            <a:r>
              <a:rPr lang="en-US" dirty="0" smtClean="0"/>
              <a:t>Free </a:t>
            </a:r>
            <a:r>
              <a:rPr lang="en-US" dirty="0"/>
              <a:t>and Open-Source</a:t>
            </a:r>
          </a:p>
          <a:p>
            <a:pPr marL="342900" indent="-342900" algn="l">
              <a:buFont typeface="+mj-lt"/>
              <a:buAutoNum type="arabicPeriod"/>
            </a:pPr>
            <a:r>
              <a:rPr lang="en-US" dirty="0"/>
              <a:t>Vast Libraries Support</a:t>
            </a:r>
          </a:p>
          <a:p>
            <a:pPr marL="342900" indent="-342900" algn="l">
              <a:buFont typeface="+mj-lt"/>
              <a:buAutoNum type="arabicPeriod"/>
            </a:pPr>
            <a:r>
              <a:rPr lang="en-US" dirty="0"/>
              <a:t>Portability</a:t>
            </a:r>
          </a:p>
          <a:p>
            <a:pPr marL="342900" lvl="0" indent="-342900" algn="l" rtl="0">
              <a:spcBef>
                <a:spcPts val="0"/>
              </a:spcBef>
              <a:spcAft>
                <a:spcPts val="0"/>
              </a:spcAft>
              <a:buFont typeface="+mj-lt"/>
              <a:buAutoNum type="arabicPeriod"/>
            </a:pPr>
            <a:endParaRPr dirty="0"/>
          </a:p>
        </p:txBody>
      </p:sp>
      <p:sp>
        <p:nvSpPr>
          <p:cNvPr id="381" name="Google Shape;381;p33"/>
          <p:cNvSpPr txBox="1">
            <a:spLocks noGrp="1"/>
          </p:cNvSpPr>
          <p:nvPr>
            <p:ph type="title"/>
          </p:nvPr>
        </p:nvSpPr>
        <p:spPr>
          <a:xfrm>
            <a:off x="4579531" y="1714800"/>
            <a:ext cx="3963300" cy="6690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US" dirty="0" smtClean="0"/>
              <a:t>ADVANTAGES</a:t>
            </a:r>
            <a:endParaRPr dirty="0"/>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pPr marL="469900" indent="-342900" algn="l">
              <a:buFont typeface="+mj-lt"/>
              <a:buAutoNum type="arabicPeriod"/>
            </a:pPr>
            <a:r>
              <a:rPr lang="en-US" dirty="0" smtClean="0"/>
              <a:t>Slow </a:t>
            </a:r>
            <a:r>
              <a:rPr lang="en-US" dirty="0"/>
              <a:t>Speed</a:t>
            </a:r>
          </a:p>
          <a:p>
            <a:pPr marL="469900" indent="-342900" algn="l">
              <a:buFont typeface="+mj-lt"/>
              <a:buAutoNum type="arabicPeriod"/>
            </a:pPr>
            <a:r>
              <a:rPr lang="en-US" dirty="0"/>
              <a:t>Not Memory Efficient</a:t>
            </a:r>
          </a:p>
          <a:p>
            <a:pPr marL="469900" indent="-342900" algn="l">
              <a:buFont typeface="+mj-lt"/>
              <a:buAutoNum type="arabicPeriod"/>
            </a:pPr>
            <a:r>
              <a:rPr lang="en-US" dirty="0"/>
              <a:t>Weak in Mobile Computing</a:t>
            </a:r>
          </a:p>
          <a:p>
            <a:pPr marL="469900" indent="-342900" algn="l">
              <a:buFont typeface="+mj-lt"/>
              <a:buAutoNum type="arabicPeriod"/>
            </a:pPr>
            <a:r>
              <a:rPr lang="en-US" dirty="0"/>
              <a:t>Database Access</a:t>
            </a:r>
          </a:p>
          <a:p>
            <a:pPr marL="469900" indent="-342900" algn="l">
              <a:buFont typeface="+mj-lt"/>
              <a:buAutoNum type="arabicPeriod"/>
            </a:pPr>
            <a:r>
              <a:rPr lang="en-US" dirty="0"/>
              <a:t>Runtime Errors</a:t>
            </a:r>
          </a:p>
          <a:p>
            <a:pPr marL="469900" indent="-342900" algn="l">
              <a:buFont typeface="+mj-lt"/>
              <a:buAutoNum type="arabicPeriod"/>
            </a:pPr>
            <a:endParaRPr lang="en-US" dirty="0" smtClean="0"/>
          </a:p>
        </p:txBody>
      </p:sp>
      <p:sp>
        <p:nvSpPr>
          <p:cNvPr id="3" name="Title 2"/>
          <p:cNvSpPr>
            <a:spLocks noGrp="1"/>
          </p:cNvSpPr>
          <p:nvPr>
            <p:ph type="title"/>
          </p:nvPr>
        </p:nvSpPr>
        <p:spPr/>
        <p:txBody>
          <a:bodyPr/>
          <a:lstStyle/>
          <a:p>
            <a:r>
              <a:rPr lang="en-US" dirty="0" smtClean="0"/>
              <a:t>DISADVANTAGES</a:t>
            </a:r>
            <a:endParaRPr lang="en-US" dirty="0"/>
          </a:p>
        </p:txBody>
      </p:sp>
    </p:spTree>
    <p:extLst>
      <p:ext uri="{BB962C8B-B14F-4D97-AF65-F5344CB8AC3E}">
        <p14:creationId xmlns:p14="http://schemas.microsoft.com/office/powerpoint/2010/main" val="2261730146"/>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p:cNvSpPr>
            <a:spLocks noGrp="1"/>
          </p:cNvSpPr>
          <p:nvPr>
            <p:ph type="subTitle" idx="1"/>
          </p:nvPr>
        </p:nvSpPr>
        <p:spPr>
          <a:xfrm flipH="1">
            <a:off x="720000" y="1132375"/>
            <a:ext cx="7704000" cy="3614286"/>
          </a:xfrm>
        </p:spPr>
        <p:txBody>
          <a:bodyPr/>
          <a:lstStyle/>
          <a:p>
            <a:r>
              <a:rPr lang="en-US" sz="1600" dirty="0"/>
              <a:t>Python has become very popular in India due to its straightforward design, multifunctional nature, and convenience. </a:t>
            </a:r>
          </a:p>
          <a:p>
            <a:r>
              <a:rPr lang="en-US" sz="1600" dirty="0" smtClean="0"/>
              <a:t>Fresher's </a:t>
            </a:r>
            <a:r>
              <a:rPr lang="en-US" sz="1600" dirty="0"/>
              <a:t>who have completed a </a:t>
            </a:r>
            <a:r>
              <a:rPr lang="en-US" sz="1600" b="1" dirty="0"/>
              <a:t>Python Course</a:t>
            </a:r>
            <a:r>
              <a:rPr lang="en-US" sz="1600" dirty="0"/>
              <a:t> have experienced a 25% increase in their starting salaries compared to those without Python skills.</a:t>
            </a:r>
          </a:p>
          <a:p>
            <a:r>
              <a:rPr lang="en-US" sz="1600" dirty="0"/>
              <a:t>The demand for </a:t>
            </a:r>
            <a:r>
              <a:rPr lang="en-US" sz="1600" b="1" u="sng" dirty="0">
                <a:hlinkClick r:id="rId3"/>
              </a:rPr>
              <a:t>Python Training in Ahmedabad</a:t>
            </a:r>
            <a:r>
              <a:rPr lang="en-US" sz="1600" dirty="0"/>
              <a:t> has grown by 40% over the past two years.</a:t>
            </a:r>
          </a:p>
          <a:p>
            <a:r>
              <a:rPr lang="en-US" sz="1600" dirty="0"/>
              <a:t>A study revealed that Python is the most commonly employed language for handling data and analytics, web development and automation in India, with 44% of those surveyed </a:t>
            </a:r>
            <a:r>
              <a:rPr lang="en-US" sz="1600" dirty="0" err="1"/>
              <a:t>utilising</a:t>
            </a:r>
            <a:r>
              <a:rPr lang="en-US" sz="1600" dirty="0"/>
              <a:t> it.</a:t>
            </a:r>
          </a:p>
          <a:p>
            <a:r>
              <a:rPr lang="en-US" sz="1600" dirty="0"/>
              <a:t>Python's widespread use may be due to its effectiveness at handling complicated tasks and its large library of modules and packages, which enables programmers to build applications more quickly. </a:t>
            </a:r>
          </a:p>
          <a:p>
            <a:r>
              <a:rPr lang="en-US" sz="1600" dirty="0"/>
              <a:t>The need for Python developers is anticipated to expand even more as the Indian IT sector develops. </a:t>
            </a:r>
          </a:p>
          <a:p>
            <a:endParaRPr lang="en-US" sz="1600" dirty="0"/>
          </a:p>
        </p:txBody>
      </p:sp>
      <p:sp>
        <p:nvSpPr>
          <p:cNvPr id="3" name="Title 2"/>
          <p:cNvSpPr>
            <a:spLocks noGrp="1"/>
          </p:cNvSpPr>
          <p:nvPr>
            <p:ph type="title"/>
          </p:nvPr>
        </p:nvSpPr>
        <p:spPr/>
        <p:txBody>
          <a:bodyPr/>
          <a:lstStyle/>
          <a:p>
            <a:r>
              <a:rPr lang="en-US" dirty="0" smtClean="0"/>
              <a:t>SCOPE &amp; FUTURE OF PYTHON</a:t>
            </a:r>
            <a:endParaRPr lang="en-US" dirty="0"/>
          </a:p>
        </p:txBody>
      </p:sp>
    </p:spTree>
    <p:extLst>
      <p:ext uri="{BB962C8B-B14F-4D97-AF65-F5344CB8AC3E}">
        <p14:creationId xmlns:p14="http://schemas.microsoft.com/office/powerpoint/2010/main" val="183234713"/>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52"/>
          <p:cNvSpPr txBox="1">
            <a:spLocks noGrp="1"/>
          </p:cNvSpPr>
          <p:nvPr>
            <p:ph type="title"/>
          </p:nvPr>
        </p:nvSpPr>
        <p:spPr>
          <a:xfrm>
            <a:off x="2951850" y="700250"/>
            <a:ext cx="3240300" cy="669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THANKS!</a:t>
            </a:r>
            <a:endParaRPr dirty="0"/>
          </a:p>
        </p:txBody>
      </p:sp>
      <p:sp>
        <p:nvSpPr>
          <p:cNvPr id="899" name="Google Shape;899;p52"/>
          <p:cNvSpPr txBox="1">
            <a:spLocks noGrp="1"/>
          </p:cNvSpPr>
          <p:nvPr>
            <p:ph type="subTitle" idx="1"/>
          </p:nvPr>
        </p:nvSpPr>
        <p:spPr>
          <a:xfrm>
            <a:off x="2951850" y="1515875"/>
            <a:ext cx="3240300" cy="1208400"/>
          </a:xfrm>
          <a:prstGeom prst="rect">
            <a:avLst/>
          </a:prstGeom>
        </p:spPr>
        <p:txBody>
          <a:bodyPr spcFirstLastPara="1" wrap="square" lIns="91425" tIns="0" rIns="91425" bIns="91425" anchor="t" anchorCtr="0">
            <a:noAutofit/>
          </a:bodyPr>
          <a:lstStyle/>
          <a:p>
            <a:pPr marL="0" lvl="0" indent="0" algn="ctr" rtl="0">
              <a:spcBef>
                <a:spcPts val="0"/>
              </a:spcBef>
              <a:spcAft>
                <a:spcPts val="0"/>
              </a:spcAft>
              <a:buNone/>
            </a:pPr>
            <a:r>
              <a:rPr lang="en" dirty="0"/>
              <a:t>Do you have any questions?</a:t>
            </a:r>
            <a:endParaRPr dirty="0"/>
          </a:p>
          <a:p>
            <a:pPr marL="0" lvl="0" indent="0" algn="ctr" rtl="0">
              <a:spcBef>
                <a:spcPts val="0"/>
              </a:spcBef>
              <a:spcAft>
                <a:spcPts val="0"/>
              </a:spcAft>
              <a:buNone/>
            </a:pPr>
            <a:r>
              <a:rPr lang="en" dirty="0" smtClean="0"/>
              <a:t>bhavindhanwani@gmail.com</a:t>
            </a:r>
            <a:endParaRPr dirty="0"/>
          </a:p>
          <a:p>
            <a:pPr marL="0" lvl="0" indent="0" algn="ctr" rtl="0">
              <a:spcBef>
                <a:spcPts val="0"/>
              </a:spcBef>
              <a:spcAft>
                <a:spcPts val="0"/>
              </a:spcAft>
              <a:buNone/>
            </a:pPr>
            <a:r>
              <a:rPr lang="en" dirty="0"/>
              <a:t>+</a:t>
            </a:r>
            <a:r>
              <a:rPr lang="en" dirty="0" smtClean="0"/>
              <a:t>91 8866423364</a:t>
            </a:r>
            <a:endParaRPr dirty="0"/>
          </a:p>
          <a:p>
            <a:pPr marL="0" lvl="0" indent="0" algn="ctr" rtl="0">
              <a:spcBef>
                <a:spcPts val="0"/>
              </a:spcBef>
              <a:spcAft>
                <a:spcPts val="0"/>
              </a:spcAft>
              <a:buNone/>
            </a:pPr>
            <a:r>
              <a:rPr lang="en" dirty="0" smtClean="0"/>
              <a:t>@bhavindhanwani</a:t>
            </a:r>
            <a:endParaRPr dirty="0"/>
          </a:p>
        </p:txBody>
      </p:sp>
      <p:grpSp>
        <p:nvGrpSpPr>
          <p:cNvPr id="900" name="Google Shape;900;p52"/>
          <p:cNvGrpSpPr/>
          <p:nvPr/>
        </p:nvGrpSpPr>
        <p:grpSpPr>
          <a:xfrm>
            <a:off x="4038098" y="2926312"/>
            <a:ext cx="1067804" cy="303977"/>
            <a:chOff x="3994909" y="3002512"/>
            <a:chExt cx="1067804" cy="303977"/>
          </a:xfrm>
        </p:grpSpPr>
        <p:grpSp>
          <p:nvGrpSpPr>
            <p:cNvPr id="901" name="Google Shape;901;p52"/>
            <p:cNvGrpSpPr/>
            <p:nvPr/>
          </p:nvGrpSpPr>
          <p:grpSpPr>
            <a:xfrm>
              <a:off x="4376840" y="3002512"/>
              <a:ext cx="303942" cy="303665"/>
              <a:chOff x="3314750" y="3817357"/>
              <a:chExt cx="356865" cy="356498"/>
            </a:xfrm>
          </p:grpSpPr>
          <p:sp>
            <p:nvSpPr>
              <p:cNvPr id="902" name="Google Shape;902;p52"/>
              <p:cNvSpPr/>
              <p:nvPr/>
            </p:nvSpPr>
            <p:spPr>
              <a:xfrm>
                <a:off x="3314750" y="3817357"/>
                <a:ext cx="356865" cy="356498"/>
              </a:xfrm>
              <a:custGeom>
                <a:avLst/>
                <a:gdLst/>
                <a:ahLst/>
                <a:cxnLst/>
                <a:rect l="l" t="t" r="r" b="b"/>
                <a:pathLst>
                  <a:path w="13613" h="13599" extrusionOk="0">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 name="Google Shape;903;p52"/>
              <p:cNvSpPr/>
              <p:nvPr/>
            </p:nvSpPr>
            <p:spPr>
              <a:xfrm>
                <a:off x="3379082" y="3881296"/>
                <a:ext cx="228595" cy="228595"/>
              </a:xfrm>
              <a:custGeom>
                <a:avLst/>
                <a:gdLst/>
                <a:ahLst/>
                <a:cxnLst/>
                <a:rect l="l" t="t" r="r" b="b"/>
                <a:pathLst>
                  <a:path w="8720" h="8720" extrusionOk="0">
                    <a:moveTo>
                      <a:pt x="6886" y="448"/>
                    </a:moveTo>
                    <a:cubicBezTo>
                      <a:pt x="7651" y="448"/>
                      <a:pt x="8272" y="1069"/>
                      <a:pt x="8272" y="1834"/>
                    </a:cubicBezTo>
                    <a:lnTo>
                      <a:pt x="8272" y="6872"/>
                    </a:lnTo>
                    <a:lnTo>
                      <a:pt x="8272" y="6886"/>
                    </a:lnTo>
                    <a:cubicBezTo>
                      <a:pt x="8272" y="7652"/>
                      <a:pt x="7651" y="8272"/>
                      <a:pt x="6872" y="8272"/>
                    </a:cubicBezTo>
                    <a:lnTo>
                      <a:pt x="1848" y="8272"/>
                    </a:lnTo>
                    <a:cubicBezTo>
                      <a:pt x="1069" y="8272"/>
                      <a:pt x="448" y="7652"/>
                      <a:pt x="448" y="6886"/>
                    </a:cubicBezTo>
                    <a:lnTo>
                      <a:pt x="448" y="1834"/>
                    </a:lnTo>
                    <a:cubicBezTo>
                      <a:pt x="448" y="1069"/>
                      <a:pt x="1069" y="448"/>
                      <a:pt x="1848" y="448"/>
                    </a:cubicBezTo>
                    <a:close/>
                    <a:moveTo>
                      <a:pt x="1848" y="1"/>
                    </a:moveTo>
                    <a:cubicBezTo>
                      <a:pt x="823" y="1"/>
                      <a:pt x="0" y="824"/>
                      <a:pt x="0" y="1834"/>
                    </a:cubicBezTo>
                    <a:lnTo>
                      <a:pt x="0" y="6872"/>
                    </a:lnTo>
                    <a:cubicBezTo>
                      <a:pt x="0" y="7897"/>
                      <a:pt x="823" y="8720"/>
                      <a:pt x="1848" y="8720"/>
                    </a:cubicBezTo>
                    <a:lnTo>
                      <a:pt x="6886" y="8720"/>
                    </a:lnTo>
                    <a:cubicBezTo>
                      <a:pt x="7897" y="8720"/>
                      <a:pt x="8719" y="7897"/>
                      <a:pt x="8719" y="6886"/>
                    </a:cubicBezTo>
                    <a:lnTo>
                      <a:pt x="8719" y="1834"/>
                    </a:lnTo>
                    <a:cubicBezTo>
                      <a:pt x="8719" y="824"/>
                      <a:pt x="7897" y="1"/>
                      <a:pt x="68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 name="Google Shape;904;p52"/>
              <p:cNvSpPr/>
              <p:nvPr/>
            </p:nvSpPr>
            <p:spPr>
              <a:xfrm>
                <a:off x="3412768" y="3935430"/>
                <a:ext cx="140408" cy="120274"/>
              </a:xfrm>
              <a:custGeom>
                <a:avLst/>
                <a:gdLst/>
                <a:ahLst/>
                <a:cxnLst/>
                <a:rect l="l" t="t" r="r" b="b"/>
                <a:pathLst>
                  <a:path w="5356" h="4588" extrusionOk="0">
                    <a:moveTo>
                      <a:pt x="3063" y="447"/>
                    </a:moveTo>
                    <a:cubicBezTo>
                      <a:pt x="4013" y="447"/>
                      <a:pt x="4923" y="1183"/>
                      <a:pt x="4923" y="2295"/>
                    </a:cubicBezTo>
                    <a:cubicBezTo>
                      <a:pt x="4908" y="3320"/>
                      <a:pt x="4085" y="4143"/>
                      <a:pt x="3075" y="4143"/>
                    </a:cubicBezTo>
                    <a:cubicBezTo>
                      <a:pt x="1429" y="4143"/>
                      <a:pt x="592" y="2151"/>
                      <a:pt x="1761" y="996"/>
                    </a:cubicBezTo>
                    <a:cubicBezTo>
                      <a:pt x="2140" y="617"/>
                      <a:pt x="2606" y="447"/>
                      <a:pt x="3063" y="447"/>
                    </a:cubicBezTo>
                    <a:close/>
                    <a:moveTo>
                      <a:pt x="3075" y="0"/>
                    </a:moveTo>
                    <a:cubicBezTo>
                      <a:pt x="1025" y="0"/>
                      <a:pt x="0" y="2468"/>
                      <a:pt x="1444" y="3912"/>
                    </a:cubicBezTo>
                    <a:cubicBezTo>
                      <a:pt x="1910" y="4379"/>
                      <a:pt x="2484" y="4587"/>
                      <a:pt x="3047" y="4587"/>
                    </a:cubicBezTo>
                    <a:cubicBezTo>
                      <a:pt x="4225" y="4587"/>
                      <a:pt x="5356" y="3673"/>
                      <a:pt x="5356" y="2295"/>
                    </a:cubicBezTo>
                    <a:cubicBezTo>
                      <a:pt x="5356" y="1025"/>
                      <a:pt x="4331" y="0"/>
                      <a:pt x="307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 name="Google Shape;905;p52"/>
              <p:cNvSpPr/>
              <p:nvPr/>
            </p:nvSpPr>
            <p:spPr>
              <a:xfrm>
                <a:off x="3539518" y="3910447"/>
                <a:ext cx="31065" cy="31039"/>
              </a:xfrm>
              <a:custGeom>
                <a:avLst/>
                <a:gdLst/>
                <a:ahLst/>
                <a:cxnLst/>
                <a:rect l="l" t="t" r="r" b="b"/>
                <a:pathLst>
                  <a:path w="1185" h="1184" extrusionOk="0">
                    <a:moveTo>
                      <a:pt x="593" y="0"/>
                    </a:moveTo>
                    <a:cubicBezTo>
                      <a:pt x="275" y="0"/>
                      <a:pt x="1" y="260"/>
                      <a:pt x="1" y="592"/>
                    </a:cubicBezTo>
                    <a:cubicBezTo>
                      <a:pt x="1" y="910"/>
                      <a:pt x="275" y="1184"/>
                      <a:pt x="593" y="1184"/>
                    </a:cubicBezTo>
                    <a:cubicBezTo>
                      <a:pt x="925" y="1184"/>
                      <a:pt x="1185" y="910"/>
                      <a:pt x="1185" y="592"/>
                    </a:cubicBezTo>
                    <a:cubicBezTo>
                      <a:pt x="1185" y="260"/>
                      <a:pt x="925" y="0"/>
                      <a:pt x="59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6" name="Google Shape;906;p52"/>
            <p:cNvGrpSpPr/>
            <p:nvPr/>
          </p:nvGrpSpPr>
          <p:grpSpPr>
            <a:xfrm>
              <a:off x="4758771" y="3002512"/>
              <a:ext cx="303942" cy="303665"/>
              <a:chOff x="3763184" y="3817357"/>
              <a:chExt cx="356865" cy="356498"/>
            </a:xfrm>
          </p:grpSpPr>
          <p:sp>
            <p:nvSpPr>
              <p:cNvPr id="907" name="Google Shape;907;p52"/>
              <p:cNvSpPr/>
              <p:nvPr/>
            </p:nvSpPr>
            <p:spPr>
              <a:xfrm>
                <a:off x="3763184" y="3817357"/>
                <a:ext cx="356865" cy="356498"/>
              </a:xfrm>
              <a:custGeom>
                <a:avLst/>
                <a:gdLst/>
                <a:ahLst/>
                <a:cxnLst/>
                <a:rect l="l" t="t" r="r" b="b"/>
                <a:pathLst>
                  <a:path w="13613" h="13599" extrusionOk="0">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52"/>
              <p:cNvSpPr/>
              <p:nvPr/>
            </p:nvSpPr>
            <p:spPr>
              <a:xfrm>
                <a:off x="3848330" y="3964188"/>
                <a:ext cx="39375" cy="116945"/>
              </a:xfrm>
              <a:custGeom>
                <a:avLst/>
                <a:gdLst/>
                <a:ahLst/>
                <a:cxnLst/>
                <a:rect l="l" t="t" r="r" b="b"/>
                <a:pathLst>
                  <a:path w="1502" h="4461" extrusionOk="0">
                    <a:moveTo>
                      <a:pt x="58" y="0"/>
                    </a:moveTo>
                    <a:cubicBezTo>
                      <a:pt x="29" y="0"/>
                      <a:pt x="0" y="29"/>
                      <a:pt x="0" y="58"/>
                    </a:cubicBezTo>
                    <a:lnTo>
                      <a:pt x="0" y="4403"/>
                    </a:lnTo>
                    <a:cubicBezTo>
                      <a:pt x="0" y="4432"/>
                      <a:pt x="29" y="4461"/>
                      <a:pt x="58" y="4461"/>
                    </a:cubicBezTo>
                    <a:lnTo>
                      <a:pt x="1444" y="4461"/>
                    </a:lnTo>
                    <a:cubicBezTo>
                      <a:pt x="1473" y="4461"/>
                      <a:pt x="1502" y="4446"/>
                      <a:pt x="1502" y="4403"/>
                    </a:cubicBezTo>
                    <a:lnTo>
                      <a:pt x="1502" y="58"/>
                    </a:lnTo>
                    <a:cubicBezTo>
                      <a:pt x="1502" y="29"/>
                      <a:pt x="1473" y="0"/>
                      <a:pt x="14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52"/>
              <p:cNvSpPr/>
              <p:nvPr/>
            </p:nvSpPr>
            <p:spPr>
              <a:xfrm>
                <a:off x="3832418" y="3894403"/>
                <a:ext cx="55287" cy="47475"/>
              </a:xfrm>
              <a:custGeom>
                <a:avLst/>
                <a:gdLst/>
                <a:ahLst/>
                <a:cxnLst/>
                <a:rect l="l" t="t" r="r" b="b"/>
                <a:pathLst>
                  <a:path w="2109" h="1811" extrusionOk="0">
                    <a:moveTo>
                      <a:pt x="1208" y="0"/>
                    </a:moveTo>
                    <a:cubicBezTo>
                      <a:pt x="987" y="0"/>
                      <a:pt x="761" y="83"/>
                      <a:pt x="578" y="266"/>
                    </a:cubicBezTo>
                    <a:cubicBezTo>
                      <a:pt x="1" y="829"/>
                      <a:pt x="405" y="1810"/>
                      <a:pt x="1214" y="1810"/>
                    </a:cubicBezTo>
                    <a:cubicBezTo>
                      <a:pt x="1704" y="1810"/>
                      <a:pt x="2109" y="1406"/>
                      <a:pt x="2109" y="901"/>
                    </a:cubicBezTo>
                    <a:cubicBezTo>
                      <a:pt x="2109" y="355"/>
                      <a:pt x="1668" y="0"/>
                      <a:pt x="12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52"/>
              <p:cNvSpPr/>
              <p:nvPr/>
            </p:nvSpPr>
            <p:spPr>
              <a:xfrm>
                <a:off x="3925901" y="3964161"/>
                <a:ext cx="124914" cy="117365"/>
              </a:xfrm>
              <a:custGeom>
                <a:avLst/>
                <a:gdLst/>
                <a:ahLst/>
                <a:cxnLst/>
                <a:rect l="l" t="t" r="r" b="b"/>
                <a:pathLst>
                  <a:path w="4765" h="4477" extrusionOk="0">
                    <a:moveTo>
                      <a:pt x="2716" y="1"/>
                    </a:moveTo>
                    <a:cubicBezTo>
                      <a:pt x="2701" y="1"/>
                      <a:pt x="2686" y="1"/>
                      <a:pt x="2671" y="1"/>
                    </a:cubicBezTo>
                    <a:cubicBezTo>
                      <a:pt x="2180" y="1"/>
                      <a:pt x="1718" y="145"/>
                      <a:pt x="1314" y="434"/>
                    </a:cubicBezTo>
                    <a:cubicBezTo>
                      <a:pt x="1304" y="441"/>
                      <a:pt x="1294" y="444"/>
                      <a:pt x="1284" y="444"/>
                    </a:cubicBezTo>
                    <a:cubicBezTo>
                      <a:pt x="1248" y="444"/>
                      <a:pt x="1213" y="410"/>
                      <a:pt x="1213" y="376"/>
                    </a:cubicBezTo>
                    <a:lnTo>
                      <a:pt x="1213" y="59"/>
                    </a:lnTo>
                    <a:cubicBezTo>
                      <a:pt x="1213" y="30"/>
                      <a:pt x="1170" y="1"/>
                      <a:pt x="1141" y="1"/>
                    </a:cubicBezTo>
                    <a:lnTo>
                      <a:pt x="58" y="1"/>
                    </a:lnTo>
                    <a:cubicBezTo>
                      <a:pt x="29" y="1"/>
                      <a:pt x="1" y="30"/>
                      <a:pt x="1" y="59"/>
                    </a:cubicBezTo>
                    <a:lnTo>
                      <a:pt x="1" y="4389"/>
                    </a:lnTo>
                    <a:cubicBezTo>
                      <a:pt x="1" y="4433"/>
                      <a:pt x="29" y="4462"/>
                      <a:pt x="58" y="4462"/>
                    </a:cubicBezTo>
                    <a:lnTo>
                      <a:pt x="1430" y="4462"/>
                    </a:lnTo>
                    <a:cubicBezTo>
                      <a:pt x="1473" y="4462"/>
                      <a:pt x="1502" y="4433"/>
                      <a:pt x="1502" y="4389"/>
                    </a:cubicBezTo>
                    <a:lnTo>
                      <a:pt x="1502" y="2859"/>
                    </a:lnTo>
                    <a:cubicBezTo>
                      <a:pt x="1502" y="2354"/>
                      <a:pt x="1617" y="1502"/>
                      <a:pt x="2382" y="1502"/>
                    </a:cubicBezTo>
                    <a:cubicBezTo>
                      <a:pt x="3133" y="1502"/>
                      <a:pt x="3249" y="2354"/>
                      <a:pt x="3249" y="2859"/>
                    </a:cubicBezTo>
                    <a:lnTo>
                      <a:pt x="3249" y="4404"/>
                    </a:lnTo>
                    <a:cubicBezTo>
                      <a:pt x="3249" y="4433"/>
                      <a:pt x="3277" y="4462"/>
                      <a:pt x="3321" y="4462"/>
                    </a:cubicBezTo>
                    <a:lnTo>
                      <a:pt x="3321" y="4476"/>
                    </a:lnTo>
                    <a:lnTo>
                      <a:pt x="4692" y="4476"/>
                    </a:lnTo>
                    <a:cubicBezTo>
                      <a:pt x="4721" y="4476"/>
                      <a:pt x="4750" y="4433"/>
                      <a:pt x="4750" y="4404"/>
                    </a:cubicBezTo>
                    <a:lnTo>
                      <a:pt x="4750" y="2383"/>
                    </a:lnTo>
                    <a:cubicBezTo>
                      <a:pt x="4764" y="1806"/>
                      <a:pt x="4591" y="1243"/>
                      <a:pt x="4259" y="766"/>
                    </a:cubicBezTo>
                    <a:cubicBezTo>
                      <a:pt x="3893" y="287"/>
                      <a:pt x="3320" y="1"/>
                      <a:pt x="271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1" name="Google Shape;911;p52"/>
            <p:cNvGrpSpPr/>
            <p:nvPr/>
          </p:nvGrpSpPr>
          <p:grpSpPr>
            <a:xfrm>
              <a:off x="3994909" y="3002512"/>
              <a:ext cx="303942" cy="303977"/>
              <a:chOff x="2866317" y="3817357"/>
              <a:chExt cx="356865" cy="356865"/>
            </a:xfrm>
          </p:grpSpPr>
          <p:sp>
            <p:nvSpPr>
              <p:cNvPr id="912" name="Google Shape;912;p52"/>
              <p:cNvSpPr/>
              <p:nvPr/>
            </p:nvSpPr>
            <p:spPr>
              <a:xfrm>
                <a:off x="2866317" y="3817357"/>
                <a:ext cx="356865" cy="356498"/>
              </a:xfrm>
              <a:custGeom>
                <a:avLst/>
                <a:gdLst/>
                <a:ahLst/>
                <a:cxnLst/>
                <a:rect l="l" t="t" r="r" b="b"/>
                <a:pathLst>
                  <a:path w="13613" h="13599" extrusionOk="0">
                    <a:moveTo>
                      <a:pt x="6799" y="0"/>
                    </a:moveTo>
                    <a:cubicBezTo>
                      <a:pt x="3046" y="0"/>
                      <a:pt x="0" y="3046"/>
                      <a:pt x="0" y="6799"/>
                    </a:cubicBezTo>
                    <a:cubicBezTo>
                      <a:pt x="0" y="10552"/>
                      <a:pt x="3046" y="13598"/>
                      <a:pt x="6799" y="13598"/>
                    </a:cubicBezTo>
                    <a:cubicBezTo>
                      <a:pt x="10567" y="13598"/>
                      <a:pt x="13613" y="10552"/>
                      <a:pt x="13613" y="6799"/>
                    </a:cubicBezTo>
                    <a:cubicBezTo>
                      <a:pt x="13613" y="3046"/>
                      <a:pt x="10567" y="0"/>
                      <a:pt x="679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 name="Google Shape;913;p52"/>
              <p:cNvSpPr/>
              <p:nvPr/>
            </p:nvSpPr>
            <p:spPr>
              <a:xfrm>
                <a:off x="2928367" y="3894561"/>
                <a:ext cx="194175" cy="279662"/>
              </a:xfrm>
              <a:custGeom>
                <a:avLst/>
                <a:gdLst/>
                <a:ahLst/>
                <a:cxnLst/>
                <a:rect l="l" t="t" r="r" b="b"/>
                <a:pathLst>
                  <a:path w="7407" h="10668" extrusionOk="0">
                    <a:moveTo>
                      <a:pt x="6208" y="0"/>
                    </a:moveTo>
                    <a:cubicBezTo>
                      <a:pt x="4086" y="14"/>
                      <a:pt x="2079" y="1732"/>
                      <a:pt x="2079" y="3854"/>
                    </a:cubicBezTo>
                    <a:lnTo>
                      <a:pt x="2079" y="4114"/>
                    </a:lnTo>
                    <a:cubicBezTo>
                      <a:pt x="2079" y="4129"/>
                      <a:pt x="2051" y="4157"/>
                      <a:pt x="2036" y="4157"/>
                    </a:cubicBezTo>
                    <a:lnTo>
                      <a:pt x="174" y="4157"/>
                    </a:lnTo>
                    <a:cubicBezTo>
                      <a:pt x="73" y="4157"/>
                      <a:pt x="1" y="4230"/>
                      <a:pt x="1" y="4331"/>
                    </a:cubicBezTo>
                    <a:lnTo>
                      <a:pt x="1" y="6048"/>
                    </a:lnTo>
                    <a:cubicBezTo>
                      <a:pt x="1" y="6149"/>
                      <a:pt x="73" y="6236"/>
                      <a:pt x="174" y="6236"/>
                    </a:cubicBezTo>
                    <a:lnTo>
                      <a:pt x="2036" y="6236"/>
                    </a:lnTo>
                    <a:cubicBezTo>
                      <a:pt x="2051" y="6236"/>
                      <a:pt x="2079" y="6251"/>
                      <a:pt x="2079" y="6279"/>
                    </a:cubicBezTo>
                    <a:lnTo>
                      <a:pt x="2079" y="10220"/>
                    </a:lnTo>
                    <a:cubicBezTo>
                      <a:pt x="2079" y="10235"/>
                      <a:pt x="2079" y="10249"/>
                      <a:pt x="2108" y="10264"/>
                    </a:cubicBezTo>
                    <a:cubicBezTo>
                      <a:pt x="2743" y="10495"/>
                      <a:pt x="3422" y="10624"/>
                      <a:pt x="4100" y="10668"/>
                    </a:cubicBezTo>
                    <a:cubicBezTo>
                      <a:pt x="4129" y="10668"/>
                      <a:pt x="4144" y="10639"/>
                      <a:pt x="4144" y="10624"/>
                    </a:cubicBezTo>
                    <a:lnTo>
                      <a:pt x="4144" y="6279"/>
                    </a:lnTo>
                    <a:cubicBezTo>
                      <a:pt x="4144" y="6251"/>
                      <a:pt x="4158" y="6236"/>
                      <a:pt x="4187" y="6236"/>
                    </a:cubicBezTo>
                    <a:lnTo>
                      <a:pt x="7218" y="6236"/>
                    </a:lnTo>
                    <a:cubicBezTo>
                      <a:pt x="7319" y="6236"/>
                      <a:pt x="7406" y="6149"/>
                      <a:pt x="7406" y="6048"/>
                    </a:cubicBezTo>
                    <a:lnTo>
                      <a:pt x="7406" y="4331"/>
                    </a:lnTo>
                    <a:cubicBezTo>
                      <a:pt x="7406" y="4230"/>
                      <a:pt x="7319" y="4143"/>
                      <a:pt x="7218" y="4143"/>
                    </a:cubicBezTo>
                    <a:lnTo>
                      <a:pt x="4187" y="4143"/>
                    </a:lnTo>
                    <a:cubicBezTo>
                      <a:pt x="4158" y="4143"/>
                      <a:pt x="4144" y="4129"/>
                      <a:pt x="4144" y="4100"/>
                    </a:cubicBezTo>
                    <a:lnTo>
                      <a:pt x="4144" y="3854"/>
                    </a:lnTo>
                    <a:cubicBezTo>
                      <a:pt x="4144" y="2714"/>
                      <a:pt x="5068" y="2079"/>
                      <a:pt x="6208" y="2079"/>
                    </a:cubicBezTo>
                    <a:lnTo>
                      <a:pt x="7218" y="2079"/>
                    </a:lnTo>
                    <a:cubicBezTo>
                      <a:pt x="7319" y="2079"/>
                      <a:pt x="7406" y="1992"/>
                      <a:pt x="7406" y="1891"/>
                    </a:cubicBezTo>
                    <a:lnTo>
                      <a:pt x="7406" y="173"/>
                    </a:lnTo>
                    <a:cubicBezTo>
                      <a:pt x="7406" y="72"/>
                      <a:pt x="7319" y="0"/>
                      <a:pt x="72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 name="Rectangle 1"/>
          <p:cNvSpPr/>
          <p:nvPr/>
        </p:nvSpPr>
        <p:spPr>
          <a:xfrm>
            <a:off x="2568539" y="3349375"/>
            <a:ext cx="4048018" cy="78083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Programming Lesson by Slidesgo">
  <a:themeElements>
    <a:clrScheme name="Simple Light">
      <a:dk1>
        <a:srgbClr val="1B1464"/>
      </a:dk1>
      <a:lt1>
        <a:srgbClr val="FFFFFF"/>
      </a:lt1>
      <a:dk2>
        <a:srgbClr val="00FFC5"/>
      </a:dk2>
      <a:lt2>
        <a:srgbClr val="EC008C"/>
      </a:lt2>
      <a:accent1>
        <a:srgbClr val="1B1464"/>
      </a:accent1>
      <a:accent2>
        <a:srgbClr val="00FFC5"/>
      </a:accent2>
      <a:accent3>
        <a:srgbClr val="EC008C"/>
      </a:accent3>
      <a:accent4>
        <a:srgbClr val="1B1464"/>
      </a:accent4>
      <a:accent5>
        <a:srgbClr val="00FFC5"/>
      </a:accent5>
      <a:accent6>
        <a:srgbClr val="EC008C"/>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113</TotalTime>
  <Words>219</Words>
  <Application>Microsoft Office PowerPoint</Application>
  <PresentationFormat>On-screen Show (16:9)</PresentationFormat>
  <Paragraphs>57</Paragraphs>
  <Slides>10</Slides>
  <Notes>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10</vt:i4>
      </vt:variant>
    </vt:vector>
  </HeadingPairs>
  <TitlesOfParts>
    <vt:vector size="19" baseType="lpstr">
      <vt:lpstr>Wingdings</vt:lpstr>
      <vt:lpstr>Anaheim</vt:lpstr>
      <vt:lpstr>Nunito Light</vt:lpstr>
      <vt:lpstr>Arial</vt:lpstr>
      <vt:lpstr>Overpass Mono</vt:lpstr>
      <vt:lpstr>Roboto Condensed Light</vt:lpstr>
      <vt:lpstr>Roboto</vt:lpstr>
      <vt:lpstr>Raleway SemiBold</vt:lpstr>
      <vt:lpstr>Programming Lesson by Slidesgo</vt:lpstr>
      <vt:lpstr>PYTHON</vt:lpstr>
      <vt:lpstr>CONTENTS</vt:lpstr>
      <vt:lpstr>WHAT IS PYTHON?</vt:lpstr>
      <vt:lpstr>WHEN WAS PYTHON CREATED?</vt:lpstr>
      <vt:lpstr>PYTHON RESOURCES</vt:lpstr>
      <vt:lpstr>FEATURES</vt:lpstr>
      <vt:lpstr>ADVANTAGES</vt:lpstr>
      <vt:lpstr>DISADVANTAGES</vt:lpstr>
      <vt:lpstr>SCOPE &amp; FUTURE OF PYTHON</vt:lpstr>
      <vt:lpstr>THANKS!</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dc:title>
  <cp:lastModifiedBy>lenovo</cp:lastModifiedBy>
  <cp:revision>9</cp:revision>
  <dcterms:modified xsi:type="dcterms:W3CDTF">2023-10-29T13:15:10Z</dcterms:modified>
</cp:coreProperties>
</file>